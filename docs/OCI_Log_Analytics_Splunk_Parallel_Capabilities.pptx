
<file path=[Content_Types].xml><?xml version="1.0" encoding="utf-8"?>
<Types xmlns="http://schemas.openxmlformats.org/package/2006/content-types">
  <Default Extension="xml" ContentType="application/vnd.openxmlformats-package.core-properties+xml"/>
  <Default Extension="emf" ContentType="image/x-emf"/>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6f604e5a1f4513" /><Relationship Type="http://schemas.openxmlformats.org/officeDocument/2006/relationships/extended-properties" Target="/docProps/app.xml" Id="Rb739b0504fad4951" /><Relationship Type="http://schemas.openxmlformats.org/officeDocument/2006/relationships/officeDocument" Target="/ppt/presentation.xml" Id="Re1122b456e4c405a" /></Relationships>
</file>

<file path=ppt/presentation.xml><?xml version="1.0" encoding="utf-8"?>
<p:presentation xmlns:p="http://schemas.openxmlformats.org/presentationml/2006/main">
  <p:sldMasterIdLst>
    <p:sldMasterId xmlns:r="http://schemas.openxmlformats.org/officeDocument/2006/relationships" id="2147483648" r:id="R532ef02e17ff49fc"/>
  </p:sldMasterIdLst>
  <p:notesMasterIdLst>
    <p:notesMasterId xmlns:r="http://schemas.openxmlformats.org/officeDocument/2006/relationships" r:id="Re4d31d2f02c047f5"/>
  </p:notesMasterIdLst>
  <p:sldIdLst>
    <p:sldId xmlns:r="http://schemas.openxmlformats.org/officeDocument/2006/relationships" id="256" r:id="R41cf91a8fa6b4dd5"/>
    <p:sldId xmlns:r="http://schemas.openxmlformats.org/officeDocument/2006/relationships" id="257" r:id="Ra3b836e30cf343fb"/>
    <p:sldId xmlns:r="http://schemas.openxmlformats.org/officeDocument/2006/relationships" id="258" r:id="Re64d8b5e4c564f66"/>
    <p:sldId xmlns:r="http://schemas.openxmlformats.org/officeDocument/2006/relationships" id="259" r:id="R390de843fe1f40ec"/>
    <p:sldId xmlns:r="http://schemas.openxmlformats.org/officeDocument/2006/relationships" id="260" r:id="R68d652c1fc964c72"/>
  </p:sldIdLst>
  <p:sldSz cx="12192000" cy="6858000"/>
  <p:notesSz cx="6858000" cy="9144000"/>
</p:presentation>
</file>

<file path=ppt/authors.xml><?xml version="1.0" encoding="utf-8"?>
<p188:authorLst xmlns:p188="http://schemas.microsoft.com/office/powerpoint/2018/8/main">
  <p188:author id="{1F247655-47CC-FB63-C5C7-523D008CD984}" name="Kristen Barcheski" initials="KB" userId="S::kristen.barcheski@oracle.com::59c6070f-981d-4064-b395-2d3768254975" providerId="AD"/>
  <p188:author id="{15BBF38A-F7BC-7B2E-0D61-21D1F83CE523}" name="Michelle Howell" initials="MH" userId="Michelle Howell"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9bcb9d4ceef4fde" /><Relationship Type="http://schemas.openxmlformats.org/officeDocument/2006/relationships/slideMaster" Target="/ppt/slideMasters/slideMaster1.xml" Id="R532ef02e17ff49fc" /><Relationship Type="http://schemas.openxmlformats.org/officeDocument/2006/relationships/notesMaster" Target="/ppt/notesMasters/notesMaster1.xml" Id="Re4d31d2f02c047f5" /><Relationship Type="http://schemas.openxmlformats.org/officeDocument/2006/relationships/presProps" Target="/ppt/presProps.xml" Id="R8c2c1047a44f4fa1" /><Relationship Type="http://schemas.openxmlformats.org/officeDocument/2006/relationships/viewProps" Target="/ppt/viewProps.xml" Id="Rdf561f78eae24bff" /><Relationship Type="http://schemas.openxmlformats.org/officeDocument/2006/relationships/tableStyles" Target="/ppt/tableStyles.xml" Id="Refca62f5a24448ec" /><Relationship Type="http://schemas.microsoft.com/office/2018/10/relationships/authors" Target="/ppt/authors.xml" Id="R8b9464a96bfe444c" /><Relationship Type="http://schemas.openxmlformats.org/officeDocument/2006/relationships/slide" Target="/ppt/slides/slide1.xml" Id="R41cf91a8fa6b4dd5" /><Relationship Type="http://schemas.openxmlformats.org/officeDocument/2006/relationships/slide" Target="/ppt/slides/slide2.xml" Id="Ra3b836e30cf343fb" /><Relationship Type="http://schemas.openxmlformats.org/officeDocument/2006/relationships/slide" Target="/ppt/slides/slide3.xml" Id="Re64d8b5e4c564f66" /><Relationship Type="http://schemas.openxmlformats.org/officeDocument/2006/relationships/slide" Target="/ppt/slides/slide4.xml" Id="R390de843fe1f40ec" /><Relationship Type="http://schemas.openxmlformats.org/officeDocument/2006/relationships/slide" Target="/ppt/slides/slide5.xml" Id="R68d652c1fc964c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4bb08449db4b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6722366bb94c34" /><Relationship Type="http://schemas.openxmlformats.org/officeDocument/2006/relationships/notesMaster" Target="/ppt/notesMasters/notesMaster1.xml" Id="R7a4b55e7ee6341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7fd80a3d944ce9" /><Relationship Type="http://schemas.openxmlformats.org/officeDocument/2006/relationships/notesMaster" Target="/ppt/notesMasters/notesMaster1.xml" Id="Ra98c3f25a6594f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27e5146be64e9b" /><Relationship Type="http://schemas.openxmlformats.org/officeDocument/2006/relationships/notesMaster" Target="/ppt/notesMasters/notesMaster1.xml" Id="Rbafd6d400b194f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6465282aeb47c8" /><Relationship Type="http://schemas.openxmlformats.org/officeDocument/2006/relationships/notesMaster" Target="/ppt/notesMasters/notesMaster1.xml" Id="R98362c7b128042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879ba6ae4b48df" /><Relationship Type="http://schemas.openxmlformats.org/officeDocument/2006/relationships/notesMaster" Target="/ppt/notesMasters/notesMaster1.xml" Id="R83347648bb9147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Outcome: frame OCI Log Analytics as the governed collection, analytics, detection, and retention plane while preserving explicit Splunk choices.</a:t>
            </a:r>
          </a:p>
          <a:p xmlns:a="http://schemas.openxmlformats.org/drawingml/2006/main">
            <a:r>
              <a:t>Evidence: repository content and offline workflows are code-backed and locally verified. Live OCI tenancy, Windows host, HEC, and customer acceptance require an approved canary.</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docs/ARCHITECTURE.md</a:t>
            </a:r>
          </a:p>
          <a:p xmlns:a="http://schemas.openxmlformats.org/drawingml/2006/main">
            <a:r>
              <a:t>- docs/FAST_ONBOARDING_TRACK.md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1 duplicates approved OCI raw sources through OCI Logging, Connector Hub, OCI Streaming, and the existing oci-splunk project.</a:t>
            </a:r>
          </a:p>
          <a:p xmlns:a="http://schemas.openxmlformats.org/drawingml/2006/main">
            <a:r>
              <a:t>Mode 2 keeps OCI Log Analytics as the source of truth, recreates priority Splunk logic as governed LAQL detections, and forwards bounded evidence envelopes through an exporter to Splunk HEC.</a:t>
            </a:r>
          </a:p>
          <a:p xmlns:a="http://schemas.openxmlformats.org/drawingml/2006/main">
            <a:r>
              <a:t>On-premises Management Agent records land natively in Log Analytics and can use Mode 2; they do not enter the raw OCI Logging fan-out unless a separate approved raw route is configured.</a:t>
            </a:r>
          </a:p>
          <a:p xmlns:a="http://schemas.openxmlformats.org/drawingml/2006/main">
            <a:r>
              <a:t/>
            </a:r>
          </a:p>
          <a:p xmlns:a="http://schemas.openxmlformats.org/drawingml/2006/main">
            <a:r>
              <a:t>[Sources]</a:t>
            </a:r>
          </a:p>
          <a:p xmlns:a="http://schemas.openxmlformats.org/drawingml/2006/main">
            <a:r>
              <a:t>- docs/superpowers/specs/2026-09-02-log-analytics-splunk-parallel-design.md</a:t>
            </a:r>
          </a:p>
          <a:p xmlns:a="http://schemas.openxmlformats.org/drawingml/2006/main">
            <a:r>
              <a:t>- docs/ARCHITECTURE.md</a:t>
            </a:r>
          </a:p>
          <a:p xmlns:a="http://schemas.openxmlformats.org/drawingml/2006/main">
            <a:r>
              <a:t>- https://github.com/adibirzu/oci-splunk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and scripted paths cover Management Agent plan, host preflight, guarded install or enablement, native source association, field validation, saved searches, scheduled detections, disabled alarm canaries, and evidence capture.</a:t>
            </a:r>
          </a:p>
          <a:p xmlns:a="http://schemas.openxmlformats.org/drawingml/2006/main">
            <a:r>
              <a:t>Priority detections: more than 10 failed logons from one source in five minutes; after-hours RDP success; Administrator logon; new local user; user added to Administrators or Remote Desktop Users.</a:t>
            </a:r>
          </a:p>
          <a:p xmlns:a="http://schemas.openxmlformats.org/drawingml/2006/main">
            <a:r>
              <a:t/>
            </a:r>
          </a:p>
          <a:p xmlns:a="http://schemas.openxmlformats.org/drawingml/2006/main">
            <a:r>
              <a:t>[Sources]</a:t>
            </a:r>
          </a:p>
          <a:p xmlns:a="http://schemas.openxmlformats.org/drawingml/2006/main">
            <a:r>
              <a:t>- docs/WINDOWS_ACCESS_FAST_ONBOARDING.md</a:t>
            </a:r>
          </a:p>
          <a:p xmlns:a="http://schemas.openxmlformats.org/drawingml/2006/main">
            <a:r>
              <a:t>- docs/WINDOWS_ACCESS_MANUAL_RUNBOOK.md</a:t>
            </a:r>
          </a:p>
          <a:p xmlns:a="http://schemas.openxmlformats.org/drawingml/2006/main">
            <a:r>
              <a:t>- docs/WINDOWS_ACCESS_SCRIPTED_RUNBOOK.md</a:t>
            </a:r>
          </a:p>
          <a:p xmlns:a="http://schemas.openxmlformats.org/drawingml/2006/main">
            <a:r>
              <a:t>- docs/WINDOWS_ACCESS_WORKFLOW_DIAGRAMS.md</a:t>
            </a:r>
          </a:p>
          <a:p xmlns:a="http://schemas.openxmlformats.org/drawingml/2006/main">
            <a:r>
              <a:t>- https://docs.oracle.com/en-us/iaas/management-agents/doc/install-management-agent.html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Active storage supports immediate analysis. Native Log Analytics archive reduces storage cost while retaining a recall-and-release investigation path; recalled data counts as active storage until released.</a:t>
            </a:r>
          </a:p>
          <a:p xmlns:a="http://schemas.openxmlformats.org/drawingml/2006/main">
            <a:r>
              <a:t>For very infrequent long-term access, Object Storage Archive is an optional separate path with restore and re-ingestion lead time. Retention, compliance, purge, recall, dual-ingest, egress, and Splunk-license costs require owner approval.</a:t>
            </a:r>
          </a:p>
          <a:p xmlns:a="http://schemas.openxmlformats.org/drawingml/2006/main">
            <a:r>
              <a:t/>
            </a:r>
          </a:p>
          <a:p xmlns:a="http://schemas.openxmlformats.org/drawingml/2006/main">
            <a:r>
              <a:t>[Sources]</a:t>
            </a:r>
          </a:p>
          <a:p xmlns:a="http://schemas.openxmlformats.org/drawingml/2006/main">
            <a:r>
              <a:t>- https://docs.oracle.com/en-us/iaas/log-analytics/doc/manage-storage.html</a:t>
            </a:r>
          </a:p>
          <a:p xmlns:a="http://schemas.openxmlformats.org/drawingml/2006/main">
            <a:r>
              <a:t>- https://www.ateam-oracle.com/oci-logging-analytics-best-practices-series-cost-optimization</a:t>
            </a:r>
          </a:p>
          <a:p xmlns:a="http://schemas.openxmlformats.org/drawingml/2006/main">
            <a:r>
              <a:t>- docs/superpowers/specs/2026-09-02-log-analytics-splunk-parallel-design.md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acceptance requires one safe event to cross the intended layers: source collection, Log Analytics query, detection metric and alarm where used, exporter, HEC receipt, and Splunk search result.</a:t>
            </a:r>
          </a:p>
          <a:p xmlns:a="http://schemas.openxmlformats.org/drawingml/2006/main">
            <a:r>
              <a:t>Run offline plans and synthetic validation first. Resolve the exact profile, region, compartments, source, owner, retention, cost, credentials, rollback, replay, and stop conditions before any live action.</a:t>
            </a:r>
          </a:p>
          <a:p xmlns:a="http://schemas.openxmlformats.org/drawingml/2006/main">
            <a:r>
              <a:t/>
            </a:r>
          </a:p>
          <a:p xmlns:a="http://schemas.openxmlformats.org/drawingml/2006/main">
            <a:r>
              <a:t>[Sources]</a:t>
            </a:r>
          </a:p>
          <a:p xmlns:a="http://schemas.openxmlformats.org/drawingml/2006/main">
            <a:r>
              <a:t>- docs/FAST_ONBOARDING_TRACK.md</a:t>
            </a:r>
          </a:p>
          <a:p xmlns:a="http://schemas.openxmlformats.org/drawingml/2006/main">
            <a:r>
              <a:t>- docs/WINDOWS_ACCESS_FAST_ONBOARDING.md</a:t>
            </a:r>
          </a:p>
          <a:p xmlns:a="http://schemas.openxmlformats.org/drawingml/2006/main">
            <a:r>
              <a:t>- docs/superpowers/specs/2026-09-02-log-analytics-splunk-parallel-design.md</a:t>
            </a:r>
          </a:p>
          <a:p xmlns:a="http://schemas.openxmlformats.org/drawingml/2006/main">
            <a:r>
              <a:t>- scripts/release_checklist.py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b9aa056cb54d21" /><Relationship Type="http://schemas.openxmlformats.org/officeDocument/2006/relationships/image" Target="/ppt/media/image.png" Id="R2105b1ff48a641a1" /><Relationship Type="http://schemas.openxmlformats.org/officeDocument/2006/relationships/image" Target="/ppt/media/image.svg" Id="R8d144fc675614955" /><Relationship Type="http://schemas.openxmlformats.org/officeDocument/2006/relationships/image" Target="/ppt/media/image.emf" Id="R0a29c2df952345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01b4650ad9442e" /><Relationship Type="http://schemas.openxmlformats.org/officeDocument/2006/relationships/image" Target="/ppt/media/image2.png" Id="R37ed3270b5364721" /><Relationship Type="http://schemas.openxmlformats.org/officeDocument/2006/relationships/image" Target="/ppt/media/image.jpeg" Id="R995d61c1077d462d" /><Relationship Type="http://schemas.openxmlformats.org/officeDocument/2006/relationships/image" Target="/ppt/media/image2.svg" Id="Rcf1923e644954aa4" /><Relationship Type="http://schemas.openxmlformats.org/officeDocument/2006/relationships/image" Target="/ppt/media/image.emf" Id="R710fb60e47cb47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60cbab8fdd4c35" /><Relationship Type="http://schemas.openxmlformats.org/officeDocument/2006/relationships/image" Target="/ppt/media/image3.png" Id="R4d6e5d56463e4336" /><Relationship Type="http://schemas.openxmlformats.org/officeDocument/2006/relationships/image" Target="/ppt/media/image.emf" Id="Reb470ecc17274f91" /><Relationship Type="http://schemas.openxmlformats.org/officeDocument/2006/relationships/image" Target="/ppt/media/image.svg" Id="R55a021eac87a46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cd3bf04b6a4fa9" /><Relationship Type="http://schemas.openxmlformats.org/officeDocument/2006/relationships/image" Target="/ppt/media/image4.png" Id="Rb667096f036f4f93" /><Relationship Type="http://schemas.openxmlformats.org/officeDocument/2006/relationships/image" Target="/ppt/media/image.jpeg" Id="Redd81ef281784155" /><Relationship Type="http://schemas.openxmlformats.org/officeDocument/2006/relationships/image" Target="/ppt/media/image2.svg" Id="R70511ca4d5eb41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bdeb6f56854309" /><Relationship Type="http://schemas.openxmlformats.org/officeDocument/2006/relationships/image" Target="/ppt/media/image.emf" Id="Rf0bfa762fa654f06" /><Relationship Type="http://schemas.openxmlformats.org/officeDocument/2006/relationships/image" Target="/ppt/media/image.svg" Id="Rb712730b3b7e4f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8515789c51d4261" /><Relationship Type="http://schemas.openxmlformats.org/officeDocument/2006/relationships/image" Target="/ppt/media/image2.jpeg" Id="R61ce1d124c374009" /><Relationship Type="http://schemas.openxmlformats.org/officeDocument/2006/relationships/image" Target="/ppt/media/image.emf" Id="Rabe77562edcd4330" /><Relationship Type="http://schemas.openxmlformats.org/officeDocument/2006/relationships/image" Target="/ppt/media/image.svg" Id="R94bf2d76335147c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1b0b67dafff4fb7" /><Relationship Type="http://schemas.openxmlformats.org/officeDocument/2006/relationships/image" Target="/ppt/media/image.jpeg" Id="Rda0332746e6347bc" /><Relationship Type="http://schemas.openxmlformats.org/officeDocument/2006/relationships/image" Target="/ppt/media/image.emf" Id="Rf4a76fb25ab147bb" /><Relationship Type="http://schemas.openxmlformats.org/officeDocument/2006/relationships/image" Target="/ppt/media/image.svg" Id="R98fecac4a42246d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57139858eaf4a97" /><Relationship Type="http://schemas.openxmlformats.org/officeDocument/2006/relationships/image" Target="/ppt/media/image3.jpeg" Id="Rb212e16bd90c4b33" /><Relationship Type="http://schemas.openxmlformats.org/officeDocument/2006/relationships/image" Target="/ppt/media/image.emf" Id="Rf0f2743120d44214" /><Relationship Type="http://schemas.openxmlformats.org/officeDocument/2006/relationships/image" Target="/ppt/media/image.svg" Id="Rfe1c3ccd28524af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80b413128b34c39" /><Relationship Type="http://schemas.openxmlformats.org/officeDocument/2006/relationships/image" Target="/ppt/media/image4.jpeg" Id="R651b130c6a9141c9" /><Relationship Type="http://schemas.openxmlformats.org/officeDocument/2006/relationships/image" Target="/ppt/media/image.emf" Id="R7f8f933ea56a4b94" /><Relationship Type="http://schemas.openxmlformats.org/officeDocument/2006/relationships/image" Target="/ppt/media/image.svg" Id="R4f5546b2b1784c6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21e9d059040470c" /><Relationship Type="http://schemas.openxmlformats.org/officeDocument/2006/relationships/image" Target="/ppt/media/image5.jpeg" Id="R7d936342d44b4aca" /><Relationship Type="http://schemas.openxmlformats.org/officeDocument/2006/relationships/image" Target="/ppt/media/image.emf" Id="R6a8aeb8cccb24ba1" /><Relationship Type="http://schemas.openxmlformats.org/officeDocument/2006/relationships/image" Target="/ppt/media/image.svg" Id="R9af0b67e169b46f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5ac42f237e34da3" /><Relationship Type="http://schemas.openxmlformats.org/officeDocument/2006/relationships/image" Target="/ppt/media/image6.jpeg" Id="Rbe6f93416be243f9" /><Relationship Type="http://schemas.openxmlformats.org/officeDocument/2006/relationships/image" Target="/ppt/media/image.emf" Id="R0e4c5df7b22145e3" /><Relationship Type="http://schemas.openxmlformats.org/officeDocument/2006/relationships/image" Target="/ppt/media/image.svg" Id="Ra7f63a58dde5402b"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60ddc870ac1e487c" /><Relationship Type="http://schemas.openxmlformats.org/officeDocument/2006/relationships/image" Target="/ppt/media/image7.jpeg" Id="Rfba89aa132264bd9" /><Relationship Type="http://schemas.openxmlformats.org/officeDocument/2006/relationships/image" Target="/ppt/media/image.emf" Id="R0e2d4abc6f594c3c" /><Relationship Type="http://schemas.openxmlformats.org/officeDocument/2006/relationships/image" Target="/ppt/media/image.svg" Id="Re4aee943dda242d5"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114946559a37433c" /><Relationship Type="http://schemas.openxmlformats.org/officeDocument/2006/relationships/image" Target="/ppt/media/image8.jpeg" Id="Ra9a9e36012d04cab" /><Relationship Type="http://schemas.openxmlformats.org/officeDocument/2006/relationships/image" Target="/ppt/media/image.emf" Id="R2022d5bfefe1415c" /><Relationship Type="http://schemas.openxmlformats.org/officeDocument/2006/relationships/image" Target="/ppt/media/image.svg" Id="R836d110e5f444d1a"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17c16b3c0abe4bb4"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8bee3d9aacd14eb2" /><Relationship Type="http://schemas.openxmlformats.org/officeDocument/2006/relationships/image" Target="/ppt/media/image.emf" Id="R7dd89b9c43dc4184"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f9f37446c65e434b" /><Relationship Type="http://schemas.openxmlformats.org/officeDocument/2006/relationships/image" Target="/ppt/media/image.emf" Id="R3b2c7e8d861f41d1"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51e8ef7e9e03401e" /><Relationship Type="http://schemas.openxmlformats.org/officeDocument/2006/relationships/image" Target="/ppt/media/image5.png" Id="R72f7fc94900f47d9"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45cbf5c7fe5949f7" /><Relationship Type="http://schemas.openxmlformats.org/officeDocument/2006/relationships/image" Target="/ppt/media/image6.png" Id="Rf1dac7c668ff4308"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90c9cde5ff3845be" /><Relationship Type="http://schemas.openxmlformats.org/officeDocument/2006/relationships/image" Target="/ppt/media/image9.jpeg" Id="Rf88ae10189c04eaa"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499c3e5abcee4112" /><Relationship Type="http://schemas.openxmlformats.org/officeDocument/2006/relationships/image" Target="/ppt/media/image10.jpeg" Id="R503b77a19e4f4e98"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825988fa68f345fd" /><Relationship Type="http://schemas.openxmlformats.org/officeDocument/2006/relationships/image" Target="/ppt/media/image11.jpeg" Id="Rcfd5fe4397bf426d"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e535a61c57e64077" /><Relationship Type="http://schemas.openxmlformats.org/officeDocument/2006/relationships/image" Target="/ppt/media/image12.jpeg" Id="R0732a7c01f674c34"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64c6ba2e9e5542bf" /><Relationship Type="http://schemas.openxmlformats.org/officeDocument/2006/relationships/image" Target="/ppt/media/image13.jpeg" Id="Rdc8076407a1249d4"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f815d739a6234b5b" /><Relationship Type="http://schemas.openxmlformats.org/officeDocument/2006/relationships/image" Target="/ppt/media/image14.jpeg" Id="Rd4760e4eec254485"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0bd29812fd13455a" /><Relationship Type="http://schemas.openxmlformats.org/officeDocument/2006/relationships/image" Target="/ppt/media/image15.jpeg" Id="Rc71e6add83974269"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d56fa50debd54b07" /><Relationship Type="http://schemas.openxmlformats.org/officeDocument/2006/relationships/image" Target="/ppt/media/image16.jpeg" Id="R753d3bba50ae4f11"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a200d65b112a46d7" /><Relationship Type="http://schemas.openxmlformats.org/officeDocument/2006/relationships/image" Target="/ppt/media/image7.png" Id="R0ee571fb79c24eb7" /><Relationship Type="http://schemas.openxmlformats.org/officeDocument/2006/relationships/image" Target="/ppt/media/image.emf" Id="Ra937a21161d14140"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ea3610b785384d11" /><Relationship Type="http://schemas.openxmlformats.org/officeDocument/2006/relationships/image" Target="/ppt/media/image8.png" Id="R3a35717e58fd4947" /><Relationship Type="http://schemas.openxmlformats.org/officeDocument/2006/relationships/image" Target="/ppt/media/image.emf" Id="R5d3e12a420564f84"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a186eab8b2ef4f4a" /><Relationship Type="http://schemas.openxmlformats.org/officeDocument/2006/relationships/image" Target="/ppt/media/image3.svg" Id="R5b235e22f79d4f97" /><Relationship Type="http://schemas.openxmlformats.org/officeDocument/2006/relationships/image" Target="/ppt/media/image3.jpeg" Id="R815baa9d7aa44d56"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2eb731646a654196" /><Relationship Type="http://schemas.openxmlformats.org/officeDocument/2006/relationships/image" Target="/ppt/media/image3.jpeg" Id="Rd456546b90144516" /><Relationship Type="http://schemas.openxmlformats.org/officeDocument/2006/relationships/image" Target="/ppt/media/image3.svg" Id="R993c14be69bc4ab7"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b9838fde34384933" /><Relationship Type="http://schemas.openxmlformats.org/officeDocument/2006/relationships/image" Target="/ppt/media/image3.jpeg" Id="R6e4ffb5dafde4118" /><Relationship Type="http://schemas.openxmlformats.org/officeDocument/2006/relationships/image" Target="/ppt/media/image3.svg" Id="R01c8b49c1b44455e"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25ef6a280ced4a57" /><Relationship Type="http://schemas.openxmlformats.org/officeDocument/2006/relationships/image" Target="/ppt/media/image3.jpeg" Id="R622b4db34239403d" /><Relationship Type="http://schemas.openxmlformats.org/officeDocument/2006/relationships/image" Target="/ppt/media/image3.svg" Id="Rb2c9d3309e3a46d3"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40de1f10bbaf4930" /><Relationship Type="http://schemas.openxmlformats.org/officeDocument/2006/relationships/image" Target="/ppt/media/image4.svg" Id="R67e7fbbe45c34c9f" /><Relationship Type="http://schemas.openxmlformats.org/officeDocument/2006/relationships/image" Target="/ppt/media/image4.jpeg" Id="R6b48aa4d351147fb" /><Relationship Type="http://schemas.openxmlformats.org/officeDocument/2006/relationships/image" Target="/ppt/media/image.emf" Id="R65564f4750354ed3"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64e7294ea972489e" /><Relationship Type="http://schemas.openxmlformats.org/officeDocument/2006/relationships/image" Target="/ppt/media/image5.svg" Id="R6772661e61544c6c" /><Relationship Type="http://schemas.openxmlformats.org/officeDocument/2006/relationships/image" Target="/ppt/media/image5.jpeg" Id="Rcabcc3fafcbc4f2f"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fa39ead4853e4432" /><Relationship Type="http://schemas.openxmlformats.org/officeDocument/2006/relationships/image" Target="/ppt/media/image6.svg" Id="R836b00f205ea4968" /><Relationship Type="http://schemas.openxmlformats.org/officeDocument/2006/relationships/image" Target="/ppt/media/image6.jpeg" Id="R906088f17a234ecc" /><Relationship Type="http://schemas.openxmlformats.org/officeDocument/2006/relationships/image" Target="/ppt/media/image.emf" Id="Rf33194a247684502"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2990750d041a4570" /><Relationship Type="http://schemas.openxmlformats.org/officeDocument/2006/relationships/image" Target="/ppt/media/image.emf" Id="R78770260cc654d81" /><Relationship Type="http://schemas.openxmlformats.org/officeDocument/2006/relationships/image" Target="/ppt/media/image7.svg" Id="Refdb84355550495c" /><Relationship Type="http://schemas.openxmlformats.org/officeDocument/2006/relationships/image" Target="/ppt/media/image7.jpeg" Id="Ra0234c95cdb04018"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xml" Id="R851fc1158d984cf2"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xml" Id="R2eb19200307a4b68"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xml" Id="R5a17699848214631"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xml" Id="Ra3d10d303f004c66" /><Relationship Type="http://schemas.openxmlformats.org/officeDocument/2006/relationships/image" Target="/ppt/media/image3.jpeg" Id="R54c61bceaa4547ba" /><Relationship Type="http://schemas.openxmlformats.org/officeDocument/2006/relationships/image" Target="/ppt/media/image3.svg" Id="R7430744ed5684293"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xml" Id="R91e412c5892943aa" /><Relationship Type="http://schemas.openxmlformats.org/officeDocument/2006/relationships/image" Target="/ppt/media/image3.jpeg" Id="R616a80d282d54da9" /><Relationship Type="http://schemas.openxmlformats.org/officeDocument/2006/relationships/image" Target="/ppt/media/image3.svg" Id="Rd5c3047e35104b4d"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xml" Id="R1e8b044f208a4ebf" /><Relationship Type="http://schemas.openxmlformats.org/officeDocument/2006/relationships/image" Target="/ppt/media/image3.jpeg" Id="R6e66bb30cb124fc2" /><Relationship Type="http://schemas.openxmlformats.org/officeDocument/2006/relationships/image" Target="/ppt/media/image3.svg" Id="Rb7309b3eff7d4a63"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xml" Id="Re0c74ed49e89486c" /><Relationship Type="http://schemas.openxmlformats.org/officeDocument/2006/relationships/image" Target="/ppt/media/image3.jpeg" Id="Rdde7e66e8e6a4a17" /><Relationship Type="http://schemas.openxmlformats.org/officeDocument/2006/relationships/image" Target="/ppt/media/image3.svg" Id="R775801ff35334b26"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1.xml" Id="R5b414b49127b41ca" /><Relationship Type="http://schemas.openxmlformats.org/officeDocument/2006/relationships/image" Target="/ppt/media/image3.jpeg" Id="Rd2661f09d2ab41fb" /><Relationship Type="http://schemas.openxmlformats.org/officeDocument/2006/relationships/image" Target="/ppt/media/image3.svg" Id="R01031a7afae442c9"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1.xml" Id="R27f29b23d18a41d6" /><Relationship Type="http://schemas.openxmlformats.org/officeDocument/2006/relationships/image" Target="/ppt/media/image3.jpeg" Id="R0369524d162640c9" /><Relationship Type="http://schemas.openxmlformats.org/officeDocument/2006/relationships/image" Target="/ppt/media/image3.svg" Id="R5167ef88f49e4770"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1.xml" Id="R1aff3bf119744d38" /><Relationship Type="http://schemas.openxmlformats.org/officeDocument/2006/relationships/image" Target="/ppt/media/image3.jpeg" Id="R09c9309c9ca44478" /><Relationship Type="http://schemas.openxmlformats.org/officeDocument/2006/relationships/image" Target="/ppt/media/image3.svg" Id="R65dd181bbb3a49da"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1.xml" Id="Re14921ab49074f8d" /><Relationship Type="http://schemas.openxmlformats.org/officeDocument/2006/relationships/image" Target="/ppt/media/image3.jpeg" Id="R01aaf232a04040d0" /><Relationship Type="http://schemas.openxmlformats.org/officeDocument/2006/relationships/image" Target="/ppt/media/image3.svg" Id="R5d8c25a882604fd1"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1.xml" Id="Raa30afcd0c1441eb" /><Relationship Type="http://schemas.openxmlformats.org/officeDocument/2006/relationships/image" Target="/ppt/media/image3.jpeg" Id="R2940329eb7e04833" /><Relationship Type="http://schemas.openxmlformats.org/officeDocument/2006/relationships/image" Target="/ppt/media/image3.svg" Id="R1e0385744799473d" /><Relationship Type="http://schemas.openxmlformats.org/officeDocument/2006/relationships/image" Target="/ppt/media/image.emf" Id="R14966420111a4813"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1.xml" Id="R4f29702802eb4c32" /><Relationship Type="http://schemas.openxmlformats.org/officeDocument/2006/relationships/image" Target="/ppt/media/image8.svg" Id="R3ff92efda5d54dcc" /><Relationship Type="http://schemas.openxmlformats.org/officeDocument/2006/relationships/image" Target="/ppt/media/image8.jpeg" Id="R5008d6cb6f5a401b"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1.xml" Id="R921652883fd34978" /><Relationship Type="http://schemas.openxmlformats.org/officeDocument/2006/relationships/image" Target="/ppt/media/image9.svg" Id="R0ef64f5ea3024097" /><Relationship Type="http://schemas.openxmlformats.org/officeDocument/2006/relationships/image" Target="/ppt/media/image9.jpeg" Id="R22fd7f87105b49c4"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1.xml" Id="R412878b72fd84434" /><Relationship Type="http://schemas.openxmlformats.org/officeDocument/2006/relationships/image" Target="/ppt/media/image9.jpeg" Id="Ra983de82f1b44f97" /><Relationship Type="http://schemas.openxmlformats.org/officeDocument/2006/relationships/image" Target="/ppt/media/image9.svg" Id="Rb308c997b5894576"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1.xml" Id="R82a9365708da4925" /><Relationship Type="http://schemas.openxmlformats.org/officeDocument/2006/relationships/image" Target="/ppt/media/image9.jpeg" Id="R061f11cb70d74b19" /><Relationship Type="http://schemas.openxmlformats.org/officeDocument/2006/relationships/image" Target="/ppt/media/image9.svg" Id="R0f083412046b413d"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1.xml" Id="R61b6848228234487"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1.xml" Id="R8cb2244194e24c93"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1.xml" Id="Re8707a6fe5e14116"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1.xml" Id="Rb9f4078c04b14241"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1.xml" Id="R21eb382113004295"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1.xml" Id="Rb4ba6116695f423e"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1.xml" Id="Rdf786f7d5b384378"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1.xml" Id="R54ec60dd6fb04efd"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1.xml" Id="R81d429d09bbe44be"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1.xml" Id="Refc07ff9e1204f3a"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1.xml" Id="Rde9d5ce91c6d4de5" /></Relationships>
</file>

<file path=ppt/slideLayouts/_rels/slideLayout64.xml.rels>&#65279;<?xml version="1.0" encoding="utf-8"?><Relationships xmlns="http://schemas.openxmlformats.org/package/2006/relationships"><Relationship Type="http://schemas.openxmlformats.org/officeDocument/2006/relationships/slideMaster" Target="/ppt/slideMasters/slideMaster1.xml" Id="R44c5973a9d884045" /></Relationships>
</file>

<file path=ppt/slideLayouts/_rels/slideLayout65.xml.rels>&#65279;<?xml version="1.0" encoding="utf-8"?><Relationships xmlns="http://schemas.openxmlformats.org/package/2006/relationships"><Relationship Type="http://schemas.openxmlformats.org/officeDocument/2006/relationships/slideMaster" Target="/ppt/slideMasters/slideMaster1.xml" Id="Rda6f6dad890a4f99" /></Relationships>
</file>

<file path=ppt/slideLayouts/_rels/slideLayout66.xml.rels>&#65279;<?xml version="1.0" encoding="utf-8"?><Relationships xmlns="http://schemas.openxmlformats.org/package/2006/relationships"><Relationship Type="http://schemas.openxmlformats.org/officeDocument/2006/relationships/slideMaster" Target="/ppt/slideMasters/slideMaster1.xml" Id="R5fbcf297cafe4187" /></Relationships>
</file>

<file path=ppt/slideLayouts/_rels/slideLayout67.xml.rels>&#65279;<?xml version="1.0" encoding="utf-8"?><Relationships xmlns="http://schemas.openxmlformats.org/package/2006/relationships"><Relationship Type="http://schemas.openxmlformats.org/officeDocument/2006/relationships/slideMaster" Target="/ppt/slideMasters/slideMaster1.xml" Id="R242a3290682d4d43" /></Relationships>
</file>

<file path=ppt/slideLayouts/_rels/slideLayout68.xml.rels>&#65279;<?xml version="1.0" encoding="utf-8"?><Relationships xmlns="http://schemas.openxmlformats.org/package/2006/relationships"><Relationship Type="http://schemas.openxmlformats.org/officeDocument/2006/relationships/slideMaster" Target="/ppt/slideMasters/slideMaster1.xml" Id="Rbee4c42261d549fa" /></Relationships>
</file>

<file path=ppt/slideLayouts/_rels/slideLayout69.xml.rels>&#65279;<?xml version="1.0" encoding="utf-8"?><Relationships xmlns="http://schemas.openxmlformats.org/package/2006/relationships"><Relationship Type="http://schemas.openxmlformats.org/officeDocument/2006/relationships/slideMaster" Target="/ppt/slideMasters/slideMaster1.xml" Id="R6c1438b26ce64d14" /></Relationships>
</file>

<file path=ppt/slideLayouts/_rels/slideLayout70.xml.rels>&#65279;<?xml version="1.0" encoding="utf-8"?><Relationships xmlns="http://schemas.openxmlformats.org/package/2006/relationships"><Relationship Type="http://schemas.openxmlformats.org/officeDocument/2006/relationships/slideMaster" Target="/ppt/slideMasters/slideMaster1.xml" Id="Ra6119c56a48d4af6" /></Relationships>
</file>

<file path=ppt/slideLayouts/_rels/slideLayout71.xml.rels>&#65279;<?xml version="1.0" encoding="utf-8"?><Relationships xmlns="http://schemas.openxmlformats.org/package/2006/relationships"><Relationship Type="http://schemas.openxmlformats.org/officeDocument/2006/relationships/slideMaster" Target="/ppt/slideMasters/slideMaster1.xml" Id="Rb75431bac20942bc" /></Relationships>
</file>

<file path=ppt/slideLayouts/_rels/slideLayout72.xml.rels>&#65279;<?xml version="1.0" encoding="utf-8"?><Relationships xmlns="http://schemas.openxmlformats.org/package/2006/relationships"><Relationship Type="http://schemas.openxmlformats.org/officeDocument/2006/relationships/slideMaster" Target="/ppt/slideMasters/slideMaster1.xml" Id="R86864f943b7243ef" /></Relationships>
</file>

<file path=ppt/slideLayouts/_rels/slideLayout73.xml.rels>&#65279;<?xml version="1.0" encoding="utf-8"?><Relationships xmlns="http://schemas.openxmlformats.org/package/2006/relationships"><Relationship Type="http://schemas.openxmlformats.org/officeDocument/2006/relationships/slideMaster" Target="/ppt/slideMasters/slideMaster1.xml" Id="R9169345ab69d4c8f" /></Relationships>
</file>

<file path=ppt/slideLayouts/_rels/slideLayout74.xml.rels>&#65279;<?xml version="1.0" encoding="utf-8"?><Relationships xmlns="http://schemas.openxmlformats.org/package/2006/relationships"><Relationship Type="http://schemas.openxmlformats.org/officeDocument/2006/relationships/slideMaster" Target="/ppt/slideMasters/slideMaster1.xml" Id="R08936e813c4c47b7" /></Relationships>
</file>

<file path=ppt/slideLayouts/_rels/slideLayout75.xml.rels>&#65279;<?xml version="1.0" encoding="utf-8"?><Relationships xmlns="http://schemas.openxmlformats.org/package/2006/relationships"><Relationship Type="http://schemas.openxmlformats.org/officeDocument/2006/relationships/slideMaster" Target="/ppt/slideMasters/slideMaster1.xml" Id="R344bc84f85cd4dbc" /></Relationships>
</file>

<file path=ppt/slideLayouts/_rels/slideLayout76.xml.rels>&#65279;<?xml version="1.0" encoding="utf-8"?><Relationships xmlns="http://schemas.openxmlformats.org/package/2006/relationships"><Relationship Type="http://schemas.openxmlformats.org/officeDocument/2006/relationships/slideMaster" Target="/ppt/slideMasters/slideMaster1.xml" Id="R64de4f25b3d14cea" /></Relationships>
</file>

<file path=ppt/slideLayouts/_rels/slideLayout77.xml.rels>&#65279;<?xml version="1.0" encoding="utf-8"?><Relationships xmlns="http://schemas.openxmlformats.org/package/2006/relationships"><Relationship Type="http://schemas.openxmlformats.org/officeDocument/2006/relationships/slideMaster" Target="/ppt/slideMasters/slideMaster1.xml" Id="R759fd412548144b4" /></Relationships>
</file>

<file path=ppt/slideLayouts/_rels/slideLayout78.xml.rels>&#65279;<?xml version="1.0" encoding="utf-8"?><Relationships xmlns="http://schemas.openxmlformats.org/package/2006/relationships"><Relationship Type="http://schemas.openxmlformats.org/officeDocument/2006/relationships/slideMaster" Target="/ppt/slideMasters/slideMaster1.xml" Id="Ree748850adcd4f14" /></Relationships>
</file>

<file path=ppt/slideLayouts/_rels/slideLayout79.xml.rels>&#65279;<?xml version="1.0" encoding="utf-8"?><Relationships xmlns="http://schemas.openxmlformats.org/package/2006/relationships"><Relationship Type="http://schemas.openxmlformats.org/officeDocument/2006/relationships/slideMaster" Target="/ppt/slideMasters/slideMaster1.xml" Id="R3011b1648eb142f0" /><Relationship Type="http://schemas.openxmlformats.org/officeDocument/2006/relationships/image" Target="/ppt/media/image.emf" Id="R6c37ab7d3e5e4609" /></Relationships>
</file>

<file path=ppt/slideLayouts/_rels/slideLayout80.xml.rels>&#65279;<?xml version="1.0" encoding="utf-8"?><Relationships xmlns="http://schemas.openxmlformats.org/package/2006/relationships"><Relationship Type="http://schemas.openxmlformats.org/officeDocument/2006/relationships/slideMaster" Target="/ppt/slideMasters/slideMaster1.xml" Id="R9371e584eb1a406e" /><Relationship Type="http://schemas.openxmlformats.org/officeDocument/2006/relationships/image" Target="/ppt/media/image.emf" Id="R545751f785524cfc" /></Relationships>
</file>

<file path=ppt/slideLayouts/_rels/slideLayout81.xml.rels>&#65279;<?xml version="1.0" encoding="utf-8"?><Relationships xmlns="http://schemas.openxmlformats.org/package/2006/relationships"><Relationship Type="http://schemas.openxmlformats.org/officeDocument/2006/relationships/slideMaster" Target="/ppt/slideMasters/slideMaster1.xml" Id="Rba92bde9ec0f4fb8" /></Relationships>
</file>

<file path=ppt/slideLayouts/_rels/slideLayout82.xml.rels>&#65279;<?xml version="1.0" encoding="utf-8"?><Relationships xmlns="http://schemas.openxmlformats.org/package/2006/relationships"><Relationship Type="http://schemas.openxmlformats.org/officeDocument/2006/relationships/slideMaster" Target="/ppt/slideMasters/slideMaster1.xml" Id="R6aee9755309040de" /></Relationships>
</file>

<file path=ppt/slideLayouts/_rels/slideLayout83.xml.rels>&#65279;<?xml version="1.0" encoding="utf-8"?><Relationships xmlns="http://schemas.openxmlformats.org/package/2006/relationships"><Relationship Type="http://schemas.openxmlformats.org/officeDocument/2006/relationships/slideMaster" Target="/ppt/slideMasters/slideMaster1.xml" Id="R1ea495afdbfc4179" /></Relationships>
</file>

<file path=ppt/slideLayouts/_rels/slideLayout84.xml.rels>&#65279;<?xml version="1.0" encoding="utf-8"?><Relationships xmlns="http://schemas.openxmlformats.org/package/2006/relationships"><Relationship Type="http://schemas.openxmlformats.org/officeDocument/2006/relationships/slideMaster" Target="/ppt/slideMasters/slideMaster1.xml" Id="R8e98df76353f4f72" /></Relationships>
</file>

<file path=ppt/slideLayouts/_rels/slideLayout85.xml.rels>&#65279;<?xml version="1.0" encoding="utf-8"?><Relationships xmlns="http://schemas.openxmlformats.org/package/2006/relationships"><Relationship Type="http://schemas.openxmlformats.org/officeDocument/2006/relationships/slideMaster" Target="/ppt/slideMasters/slideMaster1.xml" Id="R558a4499ab0948c4" /></Relationships>
</file>

<file path=ppt/slideLayouts/_rels/slideLayout86.xml.rels>&#65279;<?xml version="1.0" encoding="utf-8"?><Relationships xmlns="http://schemas.openxmlformats.org/package/2006/relationships"><Relationship Type="http://schemas.openxmlformats.org/officeDocument/2006/relationships/slideMaster" Target="/ppt/slideMasters/slideMaster1.xml" Id="R1a858428ce954e50" /></Relationships>
</file>

<file path=ppt/slideLayouts/_rels/slideLayout87.xml.rels>&#65279;<?xml version="1.0" encoding="utf-8"?><Relationships xmlns="http://schemas.openxmlformats.org/package/2006/relationships"><Relationship Type="http://schemas.openxmlformats.org/officeDocument/2006/relationships/slideMaster" Target="/ppt/slideMasters/slideMaster1.xml" Id="R3336e0af1bc149a3" /></Relationships>
</file>

<file path=ppt/slideLayouts/_rels/slideLayout88.xml.rels>&#65279;<?xml version="1.0" encoding="utf-8"?><Relationships xmlns="http://schemas.openxmlformats.org/package/2006/relationships"><Relationship Type="http://schemas.openxmlformats.org/officeDocument/2006/relationships/slideMaster" Target="/ppt/slideMasters/slideMaster1.xml" Id="R7c708ce4133445c0" /></Relationships>
</file>

<file path=ppt/slideLayouts/_rels/slideLayout89.xml.rels>&#65279;<?xml version="1.0" encoding="utf-8"?><Relationships xmlns="http://schemas.openxmlformats.org/package/2006/relationships"><Relationship Type="http://schemas.openxmlformats.org/officeDocument/2006/relationships/slideMaster" Target="/ppt/slideMasters/slideMaster1.xml" Id="Rf0a76c1025f74629" /></Relationships>
</file>

<file path=ppt/slideLayouts/_rels/slideLayout90.xml.rels>&#65279;<?xml version="1.0" encoding="utf-8"?><Relationships xmlns="http://schemas.openxmlformats.org/package/2006/relationships"><Relationship Type="http://schemas.openxmlformats.org/officeDocument/2006/relationships/slideMaster" Target="/ppt/slideMasters/slideMaster1.xml" Id="R867794d0d6924f78" /></Relationships>
</file>

<file path=ppt/slideLayouts/_rels/slideLayout91.xml.rels>&#65279;<?xml version="1.0" encoding="utf-8"?><Relationships xmlns="http://schemas.openxmlformats.org/package/2006/relationships"><Relationship Type="http://schemas.openxmlformats.org/officeDocument/2006/relationships/slideMaster" Target="/ppt/slideMasters/slideMaster1.xml" Id="Rb5f354a2137d4eb5" /></Relationships>
</file>

<file path=ppt/slideLayouts/_rels/slideLayout92.xml.rels>&#65279;<?xml version="1.0" encoding="utf-8"?><Relationships xmlns="http://schemas.openxmlformats.org/package/2006/relationships"><Relationship Type="http://schemas.openxmlformats.org/officeDocument/2006/relationships/slideMaster" Target="/ppt/slideMasters/slideMaster1.xml" Id="Rec4f3696432b4b8d" /></Relationships>
</file>

<file path=ppt/slideLayouts/_rels/slideLayout93.xml.rels>&#65279;<?xml version="1.0" encoding="utf-8"?><Relationships xmlns="http://schemas.openxmlformats.org/package/2006/relationships"><Relationship Type="http://schemas.openxmlformats.org/officeDocument/2006/relationships/slideMaster" Target="/ppt/slideMasters/slideMaster1.xml" Id="Rbf609b6cb2d04c60" /></Relationships>
</file>

<file path=ppt/slideLayouts/_rels/slideLayout94.xml.rels>&#65279;<?xml version="1.0" encoding="utf-8"?><Relationships xmlns="http://schemas.openxmlformats.org/package/2006/relationships"><Relationship Type="http://schemas.openxmlformats.org/officeDocument/2006/relationships/slideMaster" Target="/ppt/slideMasters/slideMaster1.xml" Id="R2143a58b68034cd3" /></Relationships>
</file>

<file path=ppt/slideLayouts/_rels/slideLayout95.xml.rels>&#65279;<?xml version="1.0" encoding="utf-8"?><Relationships xmlns="http://schemas.openxmlformats.org/package/2006/relationships"><Relationship Type="http://schemas.openxmlformats.org/officeDocument/2006/relationships/slideMaster" Target="/ppt/slideMasters/slideMaster1.xml" Id="Rf8ce1d607ce0483b" /></Relationships>
</file>

<file path=ppt/slideLayouts/_rels/slideLayout96.xml.rels>&#65279;<?xml version="1.0" encoding="utf-8"?><Relationships xmlns="http://schemas.openxmlformats.org/package/2006/relationships"><Relationship Type="http://schemas.openxmlformats.org/officeDocument/2006/relationships/slideMaster" Target="/ppt/slideMasters/slideMaster1.xml" Id="R1ff6bbef96a743fb" /><Relationship Type="http://schemas.openxmlformats.org/officeDocument/2006/relationships/image" Target="/ppt/media/image9.png" Id="R13945e92d56244d9" /></Relationships>
</file>

<file path=ppt/slideLayouts/_rels/slideLayout97.xml.rels>&#65279;<?xml version="1.0" encoding="utf-8"?><Relationships xmlns="http://schemas.openxmlformats.org/package/2006/relationships"><Relationship Type="http://schemas.openxmlformats.org/officeDocument/2006/relationships/slideMaster" Target="/ppt/slideMasters/slideMaster1.xml" Id="Rcbed2883503b4bd9" /><Relationship Type="http://schemas.openxmlformats.org/officeDocument/2006/relationships/image" Target="/ppt/media/image9.png" Id="Ra917df35e13e4453" /></Relationships>
</file>

<file path=ppt/slideLayouts/_rels/slideLayout98.xml.rels>&#65279;<?xml version="1.0" encoding="utf-8"?><Relationships xmlns="http://schemas.openxmlformats.org/package/2006/relationships"><Relationship Type="http://schemas.openxmlformats.org/officeDocument/2006/relationships/slideMaster" Target="/ppt/slideMasters/slideMaster1.xml" Id="R372e61505bb34692" /><Relationship Type="http://schemas.openxmlformats.org/officeDocument/2006/relationships/image" Target="/ppt/media/image.emf" Id="Rb3ffe65f4b52434c" /><Relationship Type="http://schemas.openxmlformats.org/officeDocument/2006/relationships/image" Target="/ppt/media/image8.jpeg" Id="Ra5b4577dc3fe4240" /><Relationship Type="http://schemas.openxmlformats.org/officeDocument/2006/relationships/image" Target="/ppt/media/image8.svg" Id="R02a2802550554245" /></Relationships>
</file>

<file path=ppt/slideLayouts/_rels/slideLayout99.xml.rels>&#65279;<?xml version="1.0" encoding="utf-8"?><Relationships xmlns="http://schemas.openxmlformats.org/package/2006/relationships"><Relationship Type="http://schemas.openxmlformats.org/officeDocument/2006/relationships/slideMaster" Target="/ppt/slideMasters/slideMaster1.xml" Id="R04d8709cf6064f23" /><Relationship Type="http://schemas.openxmlformats.org/officeDocument/2006/relationships/image" Target="/ppt/media/image.emf" Id="R0f4e46f950684644" /><Relationship Type="http://schemas.openxmlformats.org/officeDocument/2006/relationships/image" Target="/ppt/media/image8.jpeg" Id="Rb13a5fb2e86d47b7" /><Relationship Type="http://schemas.openxmlformats.org/officeDocument/2006/relationships/image" Target="/ppt/media/image8.svg" Id="R9bd110c669b94944" /></Relationships>
</file>

<file path=ppt/slideLayouts/_rels/slideLayout100.xml.rels>&#65279;<?xml version="1.0" encoding="utf-8"?><Relationships xmlns="http://schemas.openxmlformats.org/package/2006/relationships"><Relationship Type="http://schemas.openxmlformats.org/officeDocument/2006/relationships/slideMaster" Target="/ppt/slideMasters/slideMaster1.xml" Id="R87107f794d3b4ef8" /></Relationships>
</file>

<file path=ppt/slideLayouts/_rels/slideLayout101.xml.rels>&#65279;<?xml version="1.0" encoding="utf-8"?><Relationships xmlns="http://schemas.openxmlformats.org/package/2006/relationships"><Relationship Type="http://schemas.openxmlformats.org/officeDocument/2006/relationships/slideMaster" Target="/ppt/slideMasters/slideMaster1.xml" Id="R25737fed728c4795" /></Relationships>
</file>

<file path=ppt/slideLayouts/_rels/slideLayout102.xml.rels>&#65279;<?xml version="1.0" encoding="utf-8"?><Relationships xmlns="http://schemas.openxmlformats.org/package/2006/relationships"><Relationship Type="http://schemas.openxmlformats.org/officeDocument/2006/relationships/slideMaster" Target="/ppt/slideMasters/slideMaster1.xml" Id="R59cbb64695af4790" /></Relationships>
</file>

<file path=ppt/slideLayouts/_rels/slideLayout103.xml.rels>&#65279;<?xml version="1.0" encoding="utf-8"?><Relationships xmlns="http://schemas.openxmlformats.org/package/2006/relationships"><Relationship Type="http://schemas.openxmlformats.org/officeDocument/2006/relationships/slideMaster" Target="/ppt/slideMasters/slideMaster1.xml" Id="Ra9432be3f1d842f4" /></Relationships>
</file>

<file path=ppt/slideLayouts/_rels/slideLayout104.xml.rels>&#65279;<?xml version="1.0" encoding="utf-8"?><Relationships xmlns="http://schemas.openxmlformats.org/package/2006/relationships"><Relationship Type="http://schemas.openxmlformats.org/officeDocument/2006/relationships/slideMaster" Target="/ppt/slideMasters/slideMaster1.xml" Id="R72036740a1594769" /></Relationships>
</file>

<file path=ppt/slideLayouts/_rels/slideLayout105.xml.rels>&#65279;<?xml version="1.0" encoding="utf-8"?><Relationships xmlns="http://schemas.openxmlformats.org/package/2006/relationships"><Relationship Type="http://schemas.openxmlformats.org/officeDocument/2006/relationships/slideMaster" Target="/ppt/slideMasters/slideMaster1.xml" Id="R3126bbb54f7643ed" /></Relationships>
</file>

<file path=ppt/slideLayouts/_rels/slideLayout106.xml.rels>&#65279;<?xml version="1.0" encoding="utf-8"?><Relationships xmlns="http://schemas.openxmlformats.org/package/2006/relationships"><Relationship Type="http://schemas.openxmlformats.org/officeDocument/2006/relationships/slideMaster" Target="/ppt/slideMasters/slideMaster1.xml" Id="Rdb5a46a20c304c40" /><Relationship Type="http://schemas.openxmlformats.org/officeDocument/2006/relationships/image" Target="/ppt/media/image17.jpeg" Id="R622c46fb1d734bf2" /></Relationships>
</file>

<file path=ppt/slideLayouts/_rels/slideLayout107.xml.rels>&#65279;<?xml version="1.0" encoding="utf-8"?><Relationships xmlns="http://schemas.openxmlformats.org/package/2006/relationships"><Relationship Type="http://schemas.openxmlformats.org/officeDocument/2006/relationships/slideMaster" Target="/ppt/slideMasters/slideMaster1.xml" Id="R89b601da62a544dd" /><Relationship Type="http://schemas.openxmlformats.org/officeDocument/2006/relationships/image" Target="/ppt/media/image18.jpeg" Id="R4d59f9b4a181406e" /></Relationships>
</file>

<file path=ppt/slideLayouts/_rels/slideLayout108.xml.rels>&#65279;<?xml version="1.0" encoding="utf-8"?><Relationships xmlns="http://schemas.openxmlformats.org/package/2006/relationships"><Relationship Type="http://schemas.openxmlformats.org/officeDocument/2006/relationships/slideMaster" Target="/ppt/slideMasters/slideMaster1.xml" Id="Rcff56ea86ac54733" /><Relationship Type="http://schemas.openxmlformats.org/officeDocument/2006/relationships/image" Target="/ppt/media/image19.jpeg" Id="R4f0e664402944824" /></Relationships>
</file>

<file path=ppt/slideLayouts/_rels/slideLayout109.xml.rels>&#65279;<?xml version="1.0" encoding="utf-8"?><Relationships xmlns="http://schemas.openxmlformats.org/package/2006/relationships"><Relationship Type="http://schemas.openxmlformats.org/officeDocument/2006/relationships/slideMaster" Target="/ppt/slideMasters/slideMaster1.xml" Id="R0e2ef0a6073d4a0c" /><Relationship Type="http://schemas.openxmlformats.org/officeDocument/2006/relationships/image" Target="/ppt/media/image20.jpeg" Id="R55492d3f154c482c" /></Relationships>
</file>

<file path=ppt/slideLayouts/_rels/slideLayout110.xml.rels>&#65279;<?xml version="1.0" encoding="utf-8"?><Relationships xmlns="http://schemas.openxmlformats.org/package/2006/relationships"><Relationship Type="http://schemas.openxmlformats.org/officeDocument/2006/relationships/slideMaster" Target="/ppt/slideMasters/slideMaster1.xml" Id="R6c7b2cdd2ace4b8e" /><Relationship Type="http://schemas.openxmlformats.org/officeDocument/2006/relationships/image" Target="/ppt/media/image10.svg" Id="Rb13ea0a1eb63455c" /><Relationship Type="http://schemas.openxmlformats.org/officeDocument/2006/relationships/image" Target="/ppt/media/image10.jpeg" Id="Rf10f39d052b24ebb" /></Relationships>
</file>

<file path=ppt/slideLayouts/_rels/slideLayout111.xml.rels>&#65279;<?xml version="1.0" encoding="utf-8"?><Relationships xmlns="http://schemas.openxmlformats.org/package/2006/relationships"><Relationship Type="http://schemas.openxmlformats.org/officeDocument/2006/relationships/slideMaster" Target="/ppt/slideMasters/slideMaster1.xml" Id="R2c0f2539ca154e06" /><Relationship Type="http://schemas.openxmlformats.org/officeDocument/2006/relationships/image" Target="/ppt/media/image11.svg" Id="R2b6751bbd59c473e" /><Relationship Type="http://schemas.openxmlformats.org/officeDocument/2006/relationships/image" Target="/ppt/media/image11.jpeg" Id="R0ade1576cae949be" /></Relationships>
</file>

<file path=ppt/slideLayouts/_rels/slideLayout112.xml.rels>&#65279;<?xml version="1.0" encoding="utf-8"?><Relationships xmlns="http://schemas.openxmlformats.org/package/2006/relationships"><Relationship Type="http://schemas.openxmlformats.org/officeDocument/2006/relationships/slideMaster" Target="/ppt/slideMasters/slideMaster1.xml" Id="R336008f4b46c4471" /></Relationships>
</file>

<file path=ppt/slideLayouts/slideLayout1.xml><?xml version="1.0" encoding="utf-8"?>
<p:sldLayout xmlns:p="http://schemas.openxmlformats.org/presentationml/2006/main" preserve="1" userDrawn="1">
  <p:cSld name="Dark - Title_Pillar">
    <p:bg>
      <p:bgPr>
        <a:solidFill xmlns:a="http://schemas.openxmlformats.org/drawingml/2006/main">
          <a:schemeClr val="bg2"/>
        </a:solidFill>
      </p:bgPr>
    </p:bg>
    <p:spTree>
      <p:nvGrpSpPr>
        <p:cNvPr id="1" name=""/>
        <p:cNvGrpSpPr/>
        <p:nvPr/>
      </p:nvGrpSpPr>
      <p:grpSpPr>
        <a:xfrm xmlns:a="http://schemas.openxmlformats.org/drawingml/2006/main"/>
      </p:grpSpPr>
      <p:pic>
        <p:nvPicPr>
          <p:cNvPr id="29" name="Picture 12"/>
          <p:cNvPicPr>
            <a:picLocks xmlns:a="http://schemas.openxmlformats.org/drawingml/2006/main" noChangeAspect="1"/>
          </p:cNvPicPr>
          <p:nvPr/>
        </p:nvPicPr>
        <p:blipFill>
          <a:blip xmlns:r="http://schemas.openxmlformats.org/officeDocument/2006/relationships" xmlns:a="http://schemas.openxmlformats.org/drawingml/2006/main" r:embed="R2105b1ff48a641a1"/>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6A4B61EA-E671-B046-E16F-7C37520755BE}"/>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1FCEBD7F-FD1F-90FE-07B1-7E1D2FCAED2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74E28F03-7252-6A6A-9D9A-7C142FCA415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37" name="Oracle Logo"/>
          <p:cNvPicPr>
            <a:picLocks xmlns:a="http://schemas.openxmlformats.org/drawingml/2006/main" noChangeAspect="1"/>
          </p:cNvPicPr>
          <p:nvPr/>
        </p:nvPicPr>
        <p:blipFill>
          <a:blip xmlns:r="http://schemas.openxmlformats.org/officeDocument/2006/relationships" xmlns:a="http://schemas.openxmlformats.org/drawingml/2006/main" r:embed="R0a29c2df95234529">
            <a:extLst>
              <a:ext uri="{96DAC541-7B7A-43D3-8B79-37D633B846F1}">
                <asvg:svgBlip xmlns:asvg="http://schemas.microsoft.com/office/drawing/2016/SVG/main" r:embed="R8d144fc675614955"/>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38" name="OTag"/>
          <p:cNvPicPr>
            <a:picLocks xmlns:a="http://schemas.openxmlformats.org/drawingml/2006/main" noChangeAspect="1"/>
          </p:cNvPicPr>
          <p:nvPr/>
        </p:nvPicPr>
        <p:blipFill>
          <a:blip xmlns:r="http://schemas.openxmlformats.org/officeDocument/2006/relationships" xmlns:a="http://schemas.openxmlformats.org/drawingml/2006/main" r:embed="R0a29c2df95234529"/>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6863E062-D1CC-8F7F-B35F-ADAF6BDE7196}"/>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xml><?xml version="1.0" encoding="utf-8"?>
<p:sldLayout xmlns:p="http://schemas.openxmlformats.org/presentationml/2006/main" preserve="1" userDrawn="1">
  <p:cSld name="Light - Title_Pillar">
    <p:bg>
      <p:bgRef idx="1001">
        <a:schemeClr xmlns:a="http://schemas.openxmlformats.org/drawingml/2006/main" val="bg2"/>
      </p:bgRef>
    </p:bg>
    <p:spTree>
      <p:nvGrpSpPr>
        <p:cNvPr id="1" name=""/>
        <p:cNvGrpSpPr/>
        <p:nvPr/>
      </p:nvGrpSpPr>
      <p:grpSpPr>
        <a:xfrm xmlns:a="http://schemas.openxmlformats.org/drawingml/2006/main"/>
      </p:grpSpPr>
      <p:pic>
        <p:nvPicPr>
          <p:cNvPr id="13" name="Picture 11"/>
          <p:cNvPicPr>
            <a:picLocks xmlns:a="http://schemas.openxmlformats.org/drawingml/2006/main" noChangeAspect="1"/>
          </p:cNvPicPr>
          <p:nvPr/>
        </p:nvPicPr>
        <p:blipFill>
          <a:blip xmlns:r="http://schemas.openxmlformats.org/officeDocument/2006/relationships" xmlns:a="http://schemas.openxmlformats.org/drawingml/2006/main" r:embed="R37ed3270b5364721"/>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993B935A-285A-BFFA-E1F4-E79FEB4F979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EFFF89DD-9D0E-59AA-468D-56F8DF0173D0}"/>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72DF4953-83D4-E63F-FAE9-12C7C69CAF76}"/>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3939284-5D96-A771-F7CE-39D3A9ADA08C}"/>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37A2158C-16EA-51FD-AADB-5CCD72645F2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3" name="Date Placeholder 2">
            <a:extLst xmlns:a="http://schemas.openxmlformats.org/drawingml/2006/main">
              <a:ext uri="{FF2B5EF4-FFF2-40B4-BE49-F238E27FC236}">
                <a16:creationId xmlns:a16="http://schemas.microsoft.com/office/drawing/2014/main" id="{DE9F17F9-481A-5855-B8F0-D871C1F817BF}"/>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4" name="Footer Placeholder 3">
            <a:extLst xmlns:a="http://schemas.openxmlformats.org/drawingml/2006/main">
              <a:ext uri="{FF2B5EF4-FFF2-40B4-BE49-F238E27FC236}">
                <a16:creationId xmlns:a16="http://schemas.microsoft.com/office/drawing/2014/main" id="{47EAEE68-C65E-C8C2-44CB-1ECCD753ADA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pic>
        <p:nvPicPr>
          <p:cNvPr id="21" name="Oracle Logo"/>
          <p:cNvPicPr>
            <a:picLocks xmlns:a="http://schemas.openxmlformats.org/drawingml/2006/main" noChangeAspect="1"/>
          </p:cNvPicPr>
          <p:nvPr/>
        </p:nvPicPr>
        <p:blipFill>
          <a:blip xmlns:r="http://schemas.openxmlformats.org/officeDocument/2006/relationships" xmlns:a="http://schemas.openxmlformats.org/drawingml/2006/main" r:embed="R995d61c1077d462d">
            <a:extLst>
              <a:ext uri="{96DAC541-7B7A-43D3-8B79-37D633B846F1}">
                <asvg:svgBlip xmlns:asvg="http://schemas.microsoft.com/office/drawing/2016/SVG/main" r:embed="Rcf1923e644954aa4"/>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710fb60e47cb47de"/>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6C8D001-5C68-50FD-8A15-9F62CD4FCCF2}"/>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xml><?xml version="1.0" encoding="utf-8"?>
<p:sldLayout xmlns:p="http://schemas.openxmlformats.org/presentationml/2006/main" preserve="1" userDrawn="1">
  <p:cSld name="Dark - Title_2">
    <p:bg>
      <p:bgRef idx="1001">
        <a:schemeClr xmlns:a="http://schemas.openxmlformats.org/drawingml/2006/main" val="bg1"/>
      </p:bgRef>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92A7232-5506-CF74-ABAC-596E66DF6213}"/>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BE95545E-FF7C-FA0C-6AC2-06B9FD536E40}"/>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BE9B241-6CCA-C350-8E9C-CBFF15AC920B}"/>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D30678C3-79B5-61B9-5BD6-D4D2E38C4E2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16" name="Picture 13"/>
          <p:cNvPicPr>
            <a:picLocks xmlns:a="http://schemas.openxmlformats.org/drawingml/2006/main" noChangeAspect="1"/>
          </p:cNvPicPr>
          <p:nvPr/>
        </p:nvPicPr>
        <p:blipFill>
          <a:blip xmlns:r="http://schemas.openxmlformats.org/officeDocument/2006/relationships" xmlns:a="http://schemas.openxmlformats.org/drawingml/2006/main" r:embed="R4d6e5d56463e4336"/>
          <a:srcRect xmlns:a="http://schemas.openxmlformats.org/drawingml/2006/main" l="34250" t="0" r="0" b="38000"/>
          <a:stretch xmlns:a="http://schemas.openxmlformats.org/drawingml/2006/main"/>
        </p:blipFill>
        <p:spPr>
          <a:xfrm xmlns:a="http://schemas.openxmlformats.org/drawingml/2006/main">
            <a:off x="4175780" y="0"/>
            <a:ext cx="8016219" cy="4251947"/>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AE2FA60F-BC05-9DFE-3A03-811A5C61BAE6}"/>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3204F087-6972-AA39-00DB-C10EDEB80749}"/>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6891A512-3F6B-08FA-3574-4BF50D31E5E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eb470ecc17274f91">
            <a:extLst>
              <a:ext uri="{96DAC541-7B7A-43D3-8B79-37D633B846F1}">
                <asvg:svgBlip xmlns:asvg="http://schemas.microsoft.com/office/drawing/2016/SVG/main" r:embed="R55a021eac87a46a1"/>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5F9B697F-5404-108B-4B52-A27DAB8F742D}"/>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4.xml><?xml version="1.0" encoding="utf-8"?>
<p:sldLayout xmlns:p="http://schemas.openxmlformats.org/presentationml/2006/main" preserve="1" userDrawn="1">
  <p:cSld name="Light - Title_2">
    <p:bg>
      <p:bgRef idx="1001">
        <a:schemeClr xmlns:a="http://schemas.openxmlformats.org/drawingml/2006/main" val="bg2"/>
      </p:bgRef>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6204AF-CFD8-7CED-4E39-54AF670244A8}"/>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FC046655-F632-39CF-A827-AEF7BEDCA8A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396B045C-5351-70B5-4F7C-3804C75BD4B2}"/>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997BC39A-E5C4-5AD8-8642-A190BFB4DF55}"/>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16" name="Picture 11"/>
          <p:cNvPicPr>
            <a:picLocks xmlns:a="http://schemas.openxmlformats.org/drawingml/2006/main" noChangeAspect="1"/>
          </p:cNvPicPr>
          <p:nvPr/>
        </p:nvPicPr>
        <p:blipFill>
          <a:blip xmlns:r="http://schemas.openxmlformats.org/officeDocument/2006/relationships" xmlns:a="http://schemas.openxmlformats.org/drawingml/2006/main" r:embed="Rb667096f036f4f93"/>
          <a:srcRect xmlns:a="http://schemas.openxmlformats.org/drawingml/2006/main" l="32750" t="0" r="0" b="38000"/>
          <a:stretch xmlns:a="http://schemas.openxmlformats.org/drawingml/2006/main"/>
        </p:blipFill>
        <p:spPr>
          <a:xfrm xmlns:a="http://schemas.openxmlformats.org/drawingml/2006/main">
            <a:off x="3992902" y="0"/>
            <a:ext cx="8199097" cy="4251948"/>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edd81ef281784155">
            <a:extLst>
              <a:ext uri="{96DAC541-7B7A-43D3-8B79-37D633B846F1}">
                <asvg:svgBlip xmlns:asvg="http://schemas.microsoft.com/office/drawing/2016/SVG/main" r:embed="R70511ca4d5eb415b"/>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3B22FDD-1B93-0A37-25CC-77AE4A31F4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5.xml><?xml version="1.0" encoding="utf-8"?>
<p:sldLayout xmlns:p="http://schemas.openxmlformats.org/presentationml/2006/main" preserve="1" userDrawn="1">
  <p:cSld name="Title-full-image">
    <p:bg>
      <p:bgRef idx="1001">
        <a:schemeClr xmlns:a="http://schemas.openxmlformats.org/drawingml/2006/main" val="bg2"/>
      </p:bgRef>
    </p:bg>
    <p:spTree>
      <p:nvGrpSpPr>
        <p:cNvPr id="1" name=""/>
        <p:cNvGrpSpPr/>
        <p:nvPr/>
      </p:nvGrpSpPr>
      <p:grpSpPr>
        <a:xfrm xmlns:a="http://schemas.openxmlformats.org/drawingml/2006/main"/>
      </p:grpSpPr>
      <p:sp>
        <p:nvSpPr>
          <p:cNvPr id="11" name="Gradient overlay">
            <a:extLst xmlns:a="http://schemas.openxmlformats.org/drawingml/2006/main">
              <a:ext uri="{FF2B5EF4-FFF2-40B4-BE49-F238E27FC236}">
                <a16:creationId xmlns:a16="http://schemas.microsoft.com/office/drawing/2014/main" id="{E873D90A-E4A3-F78A-F391-D1DB29911070}"/>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itle">
            <a:extLst xmlns:a="http://schemas.openxmlformats.org/drawingml/2006/main">
              <a:ext uri="{FF2B5EF4-FFF2-40B4-BE49-F238E27FC236}">
                <a16:creationId xmlns:a16="http://schemas.microsoft.com/office/drawing/2014/main" id="{5E1C8E87-14CA-EB0A-B967-57776EF53426}"/>
              </a:ext>
            </a:extLst>
          </p:cNvPr>
          <p:cNvSpPr>
            <a:spLocks xmlns:a="http://schemas.openxmlformats.org/drawingml/2006/main" noGrp="1"/>
          </p:cNvSpPr>
          <p:nvPr>
            <p:ph type="ctrTitle" idx="0" hasCustomPrompt="1"/>
          </p:nvPr>
        </p:nvSpPr>
        <p:spPr>
          <a:xfrm xmlns:a="http://schemas.openxmlformats.org/drawingml/2006/main">
            <a:off x="792538" y="2148840"/>
            <a:ext cx="6583608"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title</a:t>
            </a:r>
            <a:br/>
            <a:r>
              <a:t>(up to two lines)</a:t>
            </a:r>
          </a:p>
        </p:txBody>
      </p:sp>
      <p:sp>
        <p:nvSpPr>
          <p:cNvPr id="8" name="Subhead">
            <a:extLst xmlns:a="http://schemas.openxmlformats.org/drawingml/2006/main">
              <a:ext uri="{FF2B5EF4-FFF2-40B4-BE49-F238E27FC236}">
                <a16:creationId xmlns:a16="http://schemas.microsoft.com/office/drawing/2014/main" id="{9F13C004-6A96-3D61-9397-40C41F43523D}"/>
              </a:ext>
            </a:extLst>
          </p:cNvPr>
          <p:cNvSpPr>
            <a:spLocks xmlns:a="http://schemas.openxmlformats.org/drawingml/2006/main" noGrp="1"/>
          </p:cNvSpPr>
          <p:nvPr>
            <p:ph type="body" idx="33" hasCustomPrompt="1"/>
          </p:nvPr>
        </p:nvSpPr>
        <p:spPr>
          <a:xfrm xmlns:a="http://schemas.openxmlformats.org/drawingml/2006/main">
            <a:off x="792538" y="3519553"/>
            <a:ext cx="6583608"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29BC5DBB-6459-FA83-A3C0-242C30783B69}"/>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E4F8B91E-3CD8-7B6C-C073-0E255807CCEF}"/>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2" name="Oracle Logo"/>
          <p:cNvPicPr>
            <a:picLocks xmlns:a="http://schemas.openxmlformats.org/drawingml/2006/main" noChangeAspect="1"/>
          </p:cNvPicPr>
          <p:nvPr/>
        </p:nvPicPr>
        <p:blipFill>
          <a:blip xmlns:r="http://schemas.openxmlformats.org/officeDocument/2006/relationships" xmlns:a="http://schemas.openxmlformats.org/drawingml/2006/main" r:embed="Rf0bfa762fa654f06">
            <a:extLst>
              <a:ext uri="{96DAC541-7B7A-43D3-8B79-37D633B846F1}">
                <asvg:svgBlip xmlns:asvg="http://schemas.microsoft.com/office/drawing/2016/SVG/main" r:embed="Rb712730b3b7e4f16"/>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0502ED2C-D10E-1DB4-3557-E5C9C7E4D23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6.xml><?xml version="1.0" encoding="utf-8"?>
<p:sldLayout xmlns:p="http://schemas.openxmlformats.org/presentationml/2006/main" preserve="1" userDrawn="1">
  <p:cSld name="Title/Cover_3">
    <p:bg>
      <p:bgPr>
        <a:blipFill xmlns:a="http://schemas.openxmlformats.org/drawingml/2006/main" rotWithShape="1">
          <a:blip xmlns:r="http://schemas.openxmlformats.org/officeDocument/2006/relationships" r:embed="R61ce1d124c374009">
            <a:lum/>
          </a:blip>
          <a:srcRect l="0" t="0" r="0" b="0"/>
          <a:stretch>
            <a:fillRect l="0" t="0" r="0" b="0"/>
          </a:stretch>
        </a:blip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745EE5B-9C14-4DF6-7ECF-3B850514DAA4}"/>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&amp; Life Sciences </a:t>
            </a:r>
            <a:br/>
            <a:r>
              <a:t>Title (up to two lines)</a:t>
            </a:r>
          </a:p>
        </p:txBody>
      </p:sp>
      <p:sp>
        <p:nvSpPr>
          <p:cNvPr id="8" name="Subhead">
            <a:extLst xmlns:a="http://schemas.openxmlformats.org/drawingml/2006/main">
              <a:ext uri="{FF2B5EF4-FFF2-40B4-BE49-F238E27FC236}">
                <a16:creationId xmlns:a16="http://schemas.microsoft.com/office/drawing/2014/main" id="{963CCACE-E1BA-B49E-CFB8-0B77CDCFE79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F8BD25F6-9734-8037-1C67-1A99384E68CA}"/>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754A77E7-2B50-3BBF-5653-BC60AF4CA831}"/>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6" name="Footer Placeholder 5">
            <a:extLst xmlns:a="http://schemas.openxmlformats.org/drawingml/2006/main">
              <a:ext uri="{FF2B5EF4-FFF2-40B4-BE49-F238E27FC236}">
                <a16:creationId xmlns:a16="http://schemas.microsoft.com/office/drawing/2014/main" id="{1B6DA0C6-D822-15F6-04DD-B18D3E44619C}"/>
              </a:ext>
            </a:extLst>
          </p:cNvPr>
          <p:cNvSpPr>
            <a:spLocks xmlns:a="http://schemas.openxmlformats.org/drawingml/2006/main" noGrp="1"/>
          </p:cNvSpPr>
          <p:nvPr/>
        </p:nvSpPr>
        <p:spPr>
          <a:xfrm xmlns:a="http://schemas.openxmlformats.org/drawingml/2006/main">
            <a:off x="792538" y="5850115"/>
            <a:ext cx="6845809" cy="885046"/>
          </a:xfrm>
          <a:prstGeom xmlns:a="http://schemas.openxmlformats.org/drawingml/2006/main" prst="rect">
            <a:avLst/>
          </a:prstGeom>
        </p:spPr>
        <p:txBody>
          <a:bodyPr xmlns:a="http://schemas.openxmlformats.org/drawingml/2006/main" lIns="0" tIns="0" rIns="0" bIns="0" anchor="b"/>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800">
                <a:solidFill>
                  <a:schemeClr val="tx1"/>
                </a:solidFill>
                <a:latin typeface="Oracle Sans Tab"/>
                <a:ea typeface="Oracle Sans Tab"/>
                <a:cs typeface="Oracle Sans Tab"/>
              </a:rPr>
              <a:t>Some regulatory certifications or registrations to products or services referenced on this website are held by Cerner Corporation. Cerner Corporation is a wholly-owned subsidiary of Oracle. Cerner Corporation is an ONC-certified health IT developer and a registered medical device manufacturer in the United States and other jurisdictions worldwide.</a:t>
            </a:r>
          </a:p>
        </p:txBody>
      </p:sp>
      <p:sp>
        <p:nvSpPr>
          <p:cNvPr id="5" name="Slide Number Placeholder 4">
            <a:extLst xmlns:a="http://schemas.openxmlformats.org/drawingml/2006/main">
              <a:ext uri="{FF2B5EF4-FFF2-40B4-BE49-F238E27FC236}">
                <a16:creationId xmlns:a16="http://schemas.microsoft.com/office/drawing/2014/main" id="{7240816A-A8A3-D504-F672-2ACA6ABC217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1C7B878C-7245-36C9-328A-025A91624A3E}"/>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F92E9260-E0B5-9C63-CE19-3A9F3785B887}"/>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2" name="Oracle Logo"/>
          <p:cNvPicPr>
            <a:picLocks xmlns:a="http://schemas.openxmlformats.org/drawingml/2006/main" noChangeAspect="1"/>
          </p:cNvPicPr>
          <p:nvPr/>
        </p:nvPicPr>
        <p:blipFill>
          <a:blip xmlns:r="http://schemas.openxmlformats.org/officeDocument/2006/relationships" xmlns:a="http://schemas.openxmlformats.org/drawingml/2006/main" r:embed="Rabe77562edcd4330">
            <a:extLst>
              <a:ext uri="{96DAC541-7B7A-43D3-8B79-37D633B846F1}">
                <asvg:svgBlip xmlns:asvg="http://schemas.microsoft.com/office/drawing/2016/SVG/main" r:embed="R94bf2d76335147cf"/>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9FBA5DC-EBA8-3759-0EF4-5D00C9CB65F1}"/>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7.xml><?xml version="1.0" encoding="utf-8"?>
<p:sldLayout xmlns:p="http://schemas.openxmlformats.org/presentationml/2006/main" preserve="1" userDrawn="1">
  <p:cSld name="Title/Cover_4">
    <p:bg>
      <p:bgPr>
        <a:blipFill xmlns:a="http://schemas.openxmlformats.org/drawingml/2006/main" rotWithShape="1">
          <a:blip xmlns:r="http://schemas.openxmlformats.org/officeDocument/2006/relationships" r:embed="Rda0332746e6347bc">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Fusion Suite title</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31" name="Oracle Logo"/>
          <p:cNvPicPr>
            <a:picLocks xmlns:a="http://schemas.openxmlformats.org/drawingml/2006/main" noChangeAspect="1"/>
          </p:cNvPicPr>
          <p:nvPr/>
        </p:nvPicPr>
        <p:blipFill>
          <a:blip xmlns:r="http://schemas.openxmlformats.org/officeDocument/2006/relationships" xmlns:a="http://schemas.openxmlformats.org/drawingml/2006/main" r:embed="Rf4a76fb25ab147bb">
            <a:extLst>
              <a:ext uri="{96DAC541-7B7A-43D3-8B79-37D633B846F1}">
                <asvg:svgBlip xmlns:asvg="http://schemas.microsoft.com/office/drawing/2016/SVG/main" r:embed="R98fecac4a42246d7"/>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preserve="1" userDrawn="1">
  <p:cSld name="Title/Cover_5">
    <p:bg>
      <p:bgPr>
        <a:blipFill xmlns:a="http://schemas.openxmlformats.org/drawingml/2006/main" rotWithShape="1">
          <a:blip xmlns:r="http://schemas.openxmlformats.org/officeDocument/2006/relationships" r:embed="Rb212e16bd90c4b33">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274040B-F0B7-0500-24CB-E40A3880817B}"/>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SCM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BB696622-2058-4C4E-FECA-34F1F6C4A20D}"/>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08AD1B2D-5265-AF61-4278-C58493F3B2D3}"/>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2BC9F5FB-2E6C-6C9C-FB33-0771B5305E3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68AE499B-EBAD-FB38-949F-59147DB0EA0A}"/>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5AB17156-07C5-6698-A84A-64A1E6FB711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E9AF2F7B-85CD-E771-2A37-0C490AADFAA0}"/>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f0f2743120d44214">
            <a:extLst>
              <a:ext uri="{96DAC541-7B7A-43D3-8B79-37D633B846F1}">
                <asvg:svgBlip xmlns:asvg="http://schemas.microsoft.com/office/drawing/2016/SVG/main" r:embed="Rfe1c3ccd28524afc"/>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968E1C2E-E87B-195A-71AA-AC8BE8FEC015}"/>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9.xml><?xml version="1.0" encoding="utf-8"?>
<p:sldLayout xmlns:p="http://schemas.openxmlformats.org/presentationml/2006/main" preserve="1" userDrawn="1">
  <p:cSld name="Cover/Title_6">
    <p:bg>
      <p:bgPr>
        <a:blipFill xmlns:a="http://schemas.openxmlformats.org/drawingml/2006/main" rotWithShape="1">
          <a:blip xmlns:r="http://schemas.openxmlformats.org/officeDocument/2006/relationships" r:embed="R651b130c6a9141c9">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FFF5E92-4648-2480-5EFA-4514C715D5B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ERP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7184176C-647E-4FA4-7662-D8112ED77D3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A2EE897B-F943-19EE-12DF-51761821645F}"/>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CA1E31BC-14D4-B856-F073-5EA6A1E77BAC}"/>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543BB43F-1E4E-AE49-23A6-A224E6C2D0D7}"/>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504A6EC8-17D1-91B9-9CCB-FE079DA5ABF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EEF621B1-0D26-F83E-E0D2-4B478D80142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7f8f933ea56a4b94">
            <a:extLst>
              <a:ext uri="{96DAC541-7B7A-43D3-8B79-37D633B846F1}">
                <asvg:svgBlip xmlns:asvg="http://schemas.microsoft.com/office/drawing/2016/SVG/main" r:embed="R4f5546b2b1784c6a"/>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4DD9731D-D638-ACED-0DBB-64723445203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0.xml><?xml version="1.0" encoding="utf-8"?>
<p:sldLayout xmlns:p="http://schemas.openxmlformats.org/presentationml/2006/main" preserve="1" userDrawn="1">
  <p:cSld name="Title/Cover_7">
    <p:bg>
      <p:bgPr>
        <a:blipFill xmlns:a="http://schemas.openxmlformats.org/drawingml/2006/main" rotWithShape="1">
          <a:blip xmlns:r="http://schemas.openxmlformats.org/officeDocument/2006/relationships" r:embed="R7d936342d44b4aca">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249B44-5D03-EA20-14C6-F9C2A9AB50F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CFF1AD0F-A521-9C8E-1B0B-C0AAECD3307F}"/>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525F097-D9EE-EA10-1A44-3D1D0CC4FBE0}"/>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AE7AB41E-99B0-7F6C-6D90-1255399A4F6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74811496-0F3F-2EFC-BF0D-44B4652D8EB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32DEED53-1C90-2AFF-D971-0E0179F6688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6C777348-8686-2E82-3270-E018943D1EF1}"/>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6a8aeb8cccb24ba1">
            <a:extLst>
              <a:ext uri="{96DAC541-7B7A-43D3-8B79-37D633B846F1}">
                <asvg:svgBlip xmlns:asvg="http://schemas.microsoft.com/office/drawing/2016/SVG/main" r:embed="R9af0b67e169b46fd"/>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6D3CBBA4-EC09-8E88-4264-A0AC9E8827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1.xml><?xml version="1.0" encoding="utf-8"?>
<p:sldLayout xmlns:p="http://schemas.openxmlformats.org/presentationml/2006/main" preserve="1" userDrawn="1">
  <p:cSld name="Title/Cover_8">
    <p:bg>
      <p:bgPr>
        <a:blipFill xmlns:a="http://schemas.openxmlformats.org/drawingml/2006/main" rotWithShape="1">
          <a:blip xmlns:r="http://schemas.openxmlformats.org/officeDocument/2006/relationships" r:embed="Rbe6f93416be243f9">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568EDC7-82E8-C0FD-23C9-5E2F85B327A1}"/>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061B9EB2-A1F6-2571-35A5-B192ACB03AE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F8D591A-4D00-D5F4-4A83-1E71D6FEAED4}"/>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10E9E6D4-F5CC-7C97-90BB-4EDFBE9AA1B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350795E3-D122-12B5-7C04-44DCB3D36801}"/>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15748CF8-F274-FB47-CAED-F7B6DBFAB05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495B2ADA-461A-FD6A-5CF8-C6DF73B366A2}"/>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0e4c5df7b22145e3">
            <a:extLst>
              <a:ext uri="{96DAC541-7B7A-43D3-8B79-37D633B846F1}">
                <asvg:svgBlip xmlns:asvg="http://schemas.microsoft.com/office/drawing/2016/SVG/main" r:embed="Ra7f63a58dde5402b"/>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7E4F3939-5D2F-6AB9-8C71-5E770E6D42B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2.xml><?xml version="1.0" encoding="utf-8"?>
<p:sldLayout xmlns:p="http://schemas.openxmlformats.org/presentationml/2006/main" preserve="1" userDrawn="1">
  <p:cSld name="Title/Cover_9">
    <p:bg>
      <p:bgPr>
        <a:blipFill xmlns:a="http://schemas.openxmlformats.org/drawingml/2006/main" rotWithShape="1">
          <a:blip xmlns:r="http://schemas.openxmlformats.org/officeDocument/2006/relationships" r:embed="Rfba89aa132264bd9">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888C5F5-89ED-967B-54C7-2A5658D9383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title</a:t>
            </a:r>
            <a:br/>
            <a:r>
              <a:t>Oracle Sans Tab Bold</a:t>
            </a:r>
          </a:p>
        </p:txBody>
      </p:sp>
      <p:sp>
        <p:nvSpPr>
          <p:cNvPr id="7" name="Subhead">
            <a:extLst xmlns:a="http://schemas.openxmlformats.org/drawingml/2006/main">
              <a:ext uri="{FF2B5EF4-FFF2-40B4-BE49-F238E27FC236}">
                <a16:creationId xmlns:a16="http://schemas.microsoft.com/office/drawing/2014/main" id="{AB3DC633-5D2F-CD08-25C4-AE0E6A2B5A5A}"/>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0484561-BBEE-F46D-7F67-EB225BA5D34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A2D3ACC-958E-B38F-BE81-FBB225FDED02}"/>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E1DF1B72-C1BE-74C1-FB93-E6FBEBCD12E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642B772F-C699-22CD-0BF9-575EC207655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739DA1F-4B89-6385-9E78-4753D410919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0e2d4abc6f594c3c">
            <a:extLst>
              <a:ext uri="{96DAC541-7B7A-43D3-8B79-37D633B846F1}">
                <asvg:svgBlip xmlns:asvg="http://schemas.microsoft.com/office/drawing/2016/SVG/main" r:embed="Re4aee943dda242d5"/>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F974F57F-EE1C-2E13-9B52-D64DDE2DF98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3.xml><?xml version="1.0" encoding="utf-8"?>
<p:sldLayout xmlns:p="http://schemas.openxmlformats.org/presentationml/2006/main" preserve="1" userDrawn="1">
  <p:cSld name="Title/Cover_10">
    <p:bg>
      <p:bgPr>
        <a:blipFill xmlns:a="http://schemas.openxmlformats.org/drawingml/2006/main" rotWithShape="1">
          <a:blip xmlns:r="http://schemas.openxmlformats.org/officeDocument/2006/relationships" r:embed="Ra9a9e36012d04cab">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Developer Title</a:t>
            </a:r>
            <a:br/>
            <a:r>
              <a:t>Oracle Sans Tab</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31" name="Oracle Logo"/>
          <p:cNvPicPr>
            <a:picLocks xmlns:a="http://schemas.openxmlformats.org/drawingml/2006/main" noChangeAspect="1"/>
          </p:cNvPicPr>
          <p:nvPr/>
        </p:nvPicPr>
        <p:blipFill>
          <a:blip xmlns:r="http://schemas.openxmlformats.org/officeDocument/2006/relationships" xmlns:a="http://schemas.openxmlformats.org/drawingml/2006/main" r:embed="R2022d5bfefe1415c">
            <a:extLst>
              <a:ext uri="{96DAC541-7B7A-43D3-8B79-37D633B846F1}">
                <asvg:svgBlip xmlns:asvg="http://schemas.microsoft.com/office/drawing/2016/SVG/main" r:embed="R836d110e5f444d1a"/>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4.xml><?xml version="1.0" encoding="utf-8"?>
<p:sldLayout xmlns:p="http://schemas.openxmlformats.org/presentationml/2006/main" preserve="1" userDrawn="1">
  <p:cSld name="Section-full-imag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Gradient overlay">
            <a:extLst xmlns:a="http://schemas.openxmlformats.org/drawingml/2006/main">
              <a:ext uri="{FF2B5EF4-FFF2-40B4-BE49-F238E27FC236}">
                <a16:creationId xmlns:a16="http://schemas.microsoft.com/office/drawing/2014/main" id="{02A90784-90AA-1B27-460D-B876463465E4}"/>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itle 5">
            <a:extLst xmlns:a="http://schemas.openxmlformats.org/drawingml/2006/main">
              <a:ext uri="{FF2B5EF4-FFF2-40B4-BE49-F238E27FC236}">
                <a16:creationId xmlns:a16="http://schemas.microsoft.com/office/drawing/2014/main" id="{2A8370DC-7E17-3B48-B968-7FBF1A513E5D}"/>
              </a:ext>
            </a:extLst>
          </p:cNvPr>
          <p:cNvSpPr>
            <a:spLocks xmlns:a="http://schemas.openxmlformats.org/drawingml/2006/main" noGrp="1"/>
          </p:cNvSpPr>
          <p:nvPr>
            <p:ph type="title" idx="0" hasCustomPrompt="1"/>
          </p:nvPr>
        </p:nvSpPr>
        <p:spPr>
          <a:xfrm xmlns:a="http://schemas.openxmlformats.org/drawingml/2006/main">
            <a:off x="768871" y="2337132"/>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solidFill>
                  <a:schemeClr val="tx1"/>
                </a:solidFill>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1" name="Slide Number Placeholder 7">
            <a:extLst xmlns:a="http://schemas.openxmlformats.org/drawingml/2006/main">
              <a:ext uri="{FF2B5EF4-FFF2-40B4-BE49-F238E27FC236}">
                <a16:creationId xmlns:a16="http://schemas.microsoft.com/office/drawing/2014/main" id="{F080221B-C8EC-00E9-AA2D-F8C154AA3CA5}"/>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13" name="Footer Placeholder 4">
            <a:extLst xmlns:a="http://schemas.openxmlformats.org/drawingml/2006/main">
              <a:ext uri="{FF2B5EF4-FFF2-40B4-BE49-F238E27FC236}">
                <a16:creationId xmlns:a16="http://schemas.microsoft.com/office/drawing/2014/main" id="{6C539CEF-A482-43F9-5E0C-FBA849CD6ADB}"/>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15" name="Date Placeholder 2">
            <a:extLst xmlns:a="http://schemas.openxmlformats.org/drawingml/2006/main">
              <a:ext uri="{FF2B5EF4-FFF2-40B4-BE49-F238E27FC236}">
                <a16:creationId xmlns:a16="http://schemas.microsoft.com/office/drawing/2014/main" id="{F9083701-4310-37DF-B760-F9C5578E1E79}"/>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4" name="Subhead">
            <a:extLst xmlns:a="http://schemas.openxmlformats.org/drawingml/2006/main">
              <a:ext uri="{FF2B5EF4-FFF2-40B4-BE49-F238E27FC236}">
                <a16:creationId xmlns:a16="http://schemas.microsoft.com/office/drawing/2014/main" id="{AC267B18-559A-5001-F10C-C0FCF070F435}"/>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5.xml><?xml version="1.0" encoding="utf-8"?>
<p:sldLayout xmlns:p="http://schemas.openxmlformats.org/presentationml/2006/main" preserve="1" userDrawn="1">
  <p:cSld name="Light - Divider_Image">
    <p:bg>
      <p:bgRef idx="1001">
        <a:schemeClr xmlns:a="http://schemas.openxmlformats.org/drawingml/2006/main" val="bg2"/>
      </p:bgRef>
    </p:bg>
    <p:spTree>
      <p:nvGrpSpPr>
        <p:cNvPr id="1" name=""/>
        <p:cNvGrpSpPr/>
        <p:nvPr/>
      </p:nvGrpSpPr>
      <p:grpSpPr>
        <a:xfrm xmlns:a="http://schemas.openxmlformats.org/drawingml/2006/main"/>
      </p:grpSpPr>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213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6000"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97377"/>
            <a:ext cx="2743200" cy="363500"/>
          </a:xfrm>
        </p:spPr>
        <p:txBody>
          <a:bodyPr xmlns:a="http://schemas.openxmlformats.org/drawingml/2006/main"/>
          <a:lstStyle xmlns:a="http://schemas.openxmlformats.org/drawingml/2006/main"/>
          <a:p xmlns:a="http://schemas.openxmlformats.org/drawingml/2006/main">
            <a:r>
              <a:t>[Date]</a:t>
            </a:r>
            <a:endParaRP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5" name="OTag"/>
          <p:cNvPicPr>
            <a:picLocks xmlns:a="http://schemas.openxmlformats.org/drawingml/2006/main" noChangeAspect="1"/>
          </p:cNvPicPr>
          <p:nvPr/>
        </p:nvPicPr>
        <p:blipFill>
          <a:blip xmlns:r="http://schemas.openxmlformats.org/officeDocument/2006/relationships" xmlns:a="http://schemas.openxmlformats.org/drawingml/2006/main" r:embed="R7dd89b9c43dc418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9" name="Accent mark">
            <a:extLst xmlns:a="http://schemas.openxmlformats.org/drawingml/2006/main">
              <a:ext uri="{FF2B5EF4-FFF2-40B4-BE49-F238E27FC236}">
                <a16:creationId xmlns:a16="http://schemas.microsoft.com/office/drawing/2014/main" id="{EF7E4D86-EF60-0FEC-3E94-F74C96841A9C}"/>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ubhead">
            <a:extLst xmlns:a="http://schemas.openxmlformats.org/drawingml/2006/main">
              <a:ext uri="{FF2B5EF4-FFF2-40B4-BE49-F238E27FC236}">
                <a16:creationId xmlns:a16="http://schemas.microsoft.com/office/drawing/2014/main" id="{A763B6F6-4DFA-26D0-D8A9-4B0B1409391D}"/>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6.xml><?xml version="1.0" encoding="utf-8"?>
<p:sldLayout xmlns:p="http://schemas.openxmlformats.org/presentationml/2006/main" preserve="1" userDrawn="1">
  <p:cSld name="Dark- Divider_Image">
    <p:bg>
      <p:bgRef idx="1001">
        <a:schemeClr xmlns:a="http://schemas.openxmlformats.org/drawingml/2006/main" val="bg2"/>
      </p:bgRef>
    </p:bg>
    <p:spTree>
      <p:nvGrpSpPr>
        <p:cNvPr id="1" name=""/>
        <p:cNvGrpSpPr/>
        <p:nvPr/>
      </p:nvGrpSpPr>
      <p:grpSpPr>
        <a:xfrm xmlns:a="http://schemas.openxmlformats.org/drawingml/2006/main"/>
      </p:grpSpPr>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9048"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891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938"/>
            <a:ext cx="2743200" cy="363500"/>
          </a:xfrm>
        </p:spPr>
        <p:txBody>
          <a:bodyPr xmlns:a="http://schemas.openxmlformats.org/drawingml/2006/main"/>
          <a:lstStyle xmlns:a="http://schemas.openxmlformats.org/drawingml/2006/main"/>
          <a:p xmlns:a="http://schemas.openxmlformats.org/drawingml/2006/main">
            <a:r>
              <a:t>[Date]</a:t>
            </a:r>
            <a:endParaRP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5" name="OTag"/>
          <p:cNvPicPr>
            <a:picLocks xmlns:a="http://schemas.openxmlformats.org/drawingml/2006/main" noChangeAspect="1"/>
          </p:cNvPicPr>
          <p:nvPr/>
        </p:nvPicPr>
        <p:blipFill>
          <a:blip xmlns:r="http://schemas.openxmlformats.org/officeDocument/2006/relationships" xmlns:a="http://schemas.openxmlformats.org/drawingml/2006/main" r:embed="R3b2c7e8d861f41d1"/>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D8947E02-814A-79D0-C68B-4A7749394CC0}"/>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Subhead">
            <a:extLst xmlns:a="http://schemas.openxmlformats.org/drawingml/2006/main">
              <a:ext uri="{FF2B5EF4-FFF2-40B4-BE49-F238E27FC236}">
                <a16:creationId xmlns:a16="http://schemas.microsoft.com/office/drawing/2014/main" id="{C91DD99A-805D-7654-58A3-D6532DB17964}"/>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7.xml><?xml version="1.0" encoding="utf-8"?>
<p:sldLayout xmlns:p="http://schemas.openxmlformats.org/presentationml/2006/main" preserve="1" userDrawn="1">
  <p:cSld name="Light - Divider">
    <p:bg>
      <p:bgRef idx="1001">
        <a:schemeClr xmlns:a="http://schemas.openxmlformats.org/drawingml/2006/main" val="bg2"/>
      </p:bgRef>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789F089-C8C8-AD9E-8C9E-E12DE8E679BF}"/>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7698EDA6-BDA7-E689-E9CF-BD4E37893702}"/>
              </a:ext>
            </a:extLst>
          </p:cNvPr>
          <p:cNvSpPr>
            <a:spLocks xmlns:a="http://schemas.openxmlformats.org/drawingml/2006/main" noGrp="1"/>
          </p:cNvSpPr>
          <p:nvPr>
            <p:ph type="body" idx="33" hasCustomPrompt="1"/>
          </p:nvPr>
        </p:nvSpPr>
        <p:spPr>
          <a:xfrm xmlns:a="http://schemas.openxmlformats.org/drawingml/2006/main">
            <a:off x="776689" y="4135193"/>
            <a:ext cx="62179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pic>
        <p:nvPicPr>
          <p:cNvPr id="14" name="Picture 14"/>
          <p:cNvPicPr>
            <a:picLocks xmlns:a="http://schemas.openxmlformats.org/drawingml/2006/main" noChangeAspect="1"/>
          </p:cNvPicPr>
          <p:nvPr/>
        </p:nvPicPr>
        <p:blipFill>
          <a:blip xmlns:r="http://schemas.openxmlformats.org/officeDocument/2006/relationships" xmlns:a="http://schemas.openxmlformats.org/drawingml/2006/main" r:embed="R72f7fc94900f47d9"/>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93FBA7AF-1061-9E4C-9196-2D8F59748DFB}"/>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8.xml><?xml version="1.0" encoding="utf-8"?>
<p:sldLayout xmlns:p="http://schemas.openxmlformats.org/presentationml/2006/main" preserve="1" userDrawn="1">
  <p:cSld name="Dark - Divider">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232B6FB-CB36-8E10-0171-4DD434FB37AC}"/>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7" name="Picture 14"/>
          <p:cNvPicPr>
            <a:picLocks xmlns:a="http://schemas.openxmlformats.org/drawingml/2006/main" noChangeAspect="1"/>
          </p:cNvPicPr>
          <p:nvPr/>
        </p:nvPicPr>
        <p:blipFill>
          <a:blip xmlns:r="http://schemas.openxmlformats.org/officeDocument/2006/relationships" xmlns:a="http://schemas.openxmlformats.org/drawingml/2006/main" r:embed="Rf1dac7c668ff4308"/>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FCC5560E-F594-D1CD-5CDD-54514D4DAED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9.xml><?xml version="1.0" encoding="utf-8"?>
<p:sldLayout xmlns:p="http://schemas.openxmlformats.org/presentationml/2006/main" preserve="1" userDrawn="1">
  <p:cSld name="Divider_3">
    <p:bg>
      <p:bgPr>
        <a:blipFill xmlns:a="http://schemas.openxmlformats.org/drawingml/2006/main" rotWithShape="1">
          <a:blip xmlns:r="http://schemas.openxmlformats.org/officeDocument/2006/relationships" r:embed="Rf88ae10189c04eaa">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&amp; Life Sciences </a:t>
            </a:r>
            <a:br/>
            <a:r>
              <a:t>section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B4CEE7C3-7EA8-C568-7AA2-03C7BCB4D72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0.xml><?xml version="1.0" encoding="utf-8"?>
<p:sldLayout xmlns:p="http://schemas.openxmlformats.org/presentationml/2006/main" preserve="1" userDrawn="1">
  <p:cSld name="Divider_4">
    <p:bg>
      <p:bgPr>
        <a:blipFill xmlns:a="http://schemas.openxmlformats.org/drawingml/2006/main" rotWithShape="1">
          <a:blip xmlns:r="http://schemas.openxmlformats.org/officeDocument/2006/relationships" r:embed="R503b77a19e4f4e98">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Fusion Suite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1.xml><?xml version="1.0" encoding="utf-8"?>
<p:sldLayout xmlns:p="http://schemas.openxmlformats.org/presentationml/2006/main" preserve="1" userDrawn="1">
  <p:cSld name="Divider_5">
    <p:bg>
      <p:bgPr>
        <a:blipFill xmlns:a="http://schemas.openxmlformats.org/drawingml/2006/main" rotWithShape="1">
          <a:blip xmlns:r="http://schemas.openxmlformats.org/officeDocument/2006/relationships" r:embed="Rcfd5fe4397bf426d">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SCM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61CB4AAC-156D-8F42-3B43-592451DF558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2.xml><?xml version="1.0" encoding="utf-8"?>
<p:sldLayout xmlns:p="http://schemas.openxmlformats.org/presentationml/2006/main" preserve="1" userDrawn="1">
  <p:cSld name="Divider_6">
    <p:bg>
      <p:bgPr>
        <a:blipFill xmlns:a="http://schemas.openxmlformats.org/drawingml/2006/main" rotWithShape="1">
          <a:blip xmlns:r="http://schemas.openxmlformats.org/officeDocument/2006/relationships" r:embed="R0732a7c01f674c34">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ERP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BADA839C-E71A-1637-3B8E-ADCB8BC4BE7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3.xml><?xml version="1.0" encoding="utf-8"?>
<p:sldLayout xmlns:p="http://schemas.openxmlformats.org/presentationml/2006/main" preserve="1" userDrawn="1">
  <p:cSld name="Divider_7">
    <p:bg>
      <p:bgPr>
        <a:blipFill xmlns:a="http://schemas.openxmlformats.org/drawingml/2006/main" rotWithShape="1">
          <a:blip xmlns:r="http://schemas.openxmlformats.org/officeDocument/2006/relationships" r:embed="Rdc8076407a1249d4">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Section </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AD2D13D9-5F9B-66C0-EF23-46B9931F9314}"/>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4.xml><?xml version="1.0" encoding="utf-8"?>
<p:sldLayout xmlns:p="http://schemas.openxmlformats.org/presentationml/2006/main" preserve="1" userDrawn="1">
  <p:cSld name="Divider_8">
    <p:bg>
      <p:bgPr>
        <a:blipFill xmlns:a="http://schemas.openxmlformats.org/drawingml/2006/main" rotWithShape="1">
          <a:blip xmlns:r="http://schemas.openxmlformats.org/officeDocument/2006/relationships" r:embed="Rd4760e4eec254485">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9FE68091-5CE6-8692-5C8A-45B15B0580E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5.xml><?xml version="1.0" encoding="utf-8"?>
<p:sldLayout xmlns:p="http://schemas.openxmlformats.org/presentationml/2006/main" preserve="1" userDrawn="1">
  <p:cSld name="Divider_9">
    <p:bg>
      <p:bgPr>
        <a:blipFill xmlns:a="http://schemas.openxmlformats.org/drawingml/2006/main" rotWithShape="1">
          <a:blip xmlns:r="http://schemas.openxmlformats.org/officeDocument/2006/relationships" r:embed="Rc71e6add83974269">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4364F74D-D1B7-957A-69E2-40ADCE3043E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6.xml><?xml version="1.0" encoding="utf-8"?>
<p:sldLayout xmlns:p="http://schemas.openxmlformats.org/presentationml/2006/main" preserve="1" userDrawn="1">
  <p:cSld name="Divider_10">
    <p:bg>
      <p:bgPr>
        <a:blipFill xmlns:a="http://schemas.openxmlformats.org/drawingml/2006/main" rotWithShape="1">
          <a:blip xmlns:r="http://schemas.openxmlformats.org/officeDocument/2006/relationships" r:embed="R753d3bba50ae4f11">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Dev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7.xml><?xml version="1.0" encoding="utf-8"?>
<p:sldLayout xmlns:p="http://schemas.openxmlformats.org/presentationml/2006/main" preserve="1" userDrawn="1">
  <p:cSld name="Dark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0ee571fb79c24eb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a937a21161d14140"/>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8.xml><?xml version="1.0" encoding="utf-8"?>
<p:sldLayout xmlns:p="http://schemas.openxmlformats.org/presentationml/2006/main" preserve="1" userDrawn="1">
  <p:cSld name="Light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16" name="Picture 4"/>
          <p:cNvPicPr>
            <a:picLocks xmlns:a="http://schemas.openxmlformats.org/drawingml/2006/main" noChangeAspect="1"/>
          </p:cNvPicPr>
          <p:nvPr/>
        </p:nvPicPr>
        <p:blipFill>
          <a:blip xmlns:r="http://schemas.openxmlformats.org/officeDocument/2006/relationships" xmlns:a="http://schemas.openxmlformats.org/drawingml/2006/main" r:embed="R3a35717e58fd494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5d3e12a420564f8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9.xml><?xml version="1.0" encoding="utf-8"?>
<p:sldLayout xmlns:p="http://schemas.openxmlformats.org/presentationml/2006/main" preserve="1" userDrawn="1">
  <p:cSld name="Dark - Quote with Data Texture Background">
    <p:bg>
      <p:bgPr>
        <a:solidFill xmlns:a="http://schemas.openxmlformats.org/drawingml/2006/main">
          <a:schemeClr val="bg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solidFill>
                  <a:schemeClr val="tx1"/>
                </a:solidFill>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solidFill>
                  <a:schemeClr val="tx1"/>
                </a:solidFill>
              </a:defRPr>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solidFill>
                  <a:schemeClr val="tx1"/>
                </a:solidFill>
              </a:defRPr>
            </a:lvl1pPr>
          </a:lstStyle>
          <a:p xmlns:a="http://schemas.openxmlformats.org/drawingml/2006/main">
            <a:pPr lvl="0">
              <a:buNone/>
            </a:pPr>
            <a:r>
              <a:t>Additional information if needed</a:t>
            </a:r>
          </a:p>
        </p:txBody>
      </p:sp>
      <p:sp>
        <p:nvSpPr>
          <p:cNvPr id="3" name="Content Placeholder 2">
            <a:extLst xmlns:a="http://schemas.openxmlformats.org/drawingml/2006/main">
              <a:ext uri="{FF2B5EF4-FFF2-40B4-BE49-F238E27FC236}">
                <a16:creationId xmlns:a16="http://schemas.microsoft.com/office/drawing/2014/main" id="{37E74DE0-55D3-42EA-9474-DC8A5193EF88}"/>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5" name="Accent mark">
            <a:extLst xmlns:a="http://schemas.openxmlformats.org/drawingml/2006/main">
              <a:ext uri="{FF2B5EF4-FFF2-40B4-BE49-F238E27FC236}">
                <a16:creationId xmlns:a16="http://schemas.microsoft.com/office/drawing/2014/main" id="{E30FF1A2-459E-3E06-ED1E-7EEEFE917498}"/>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1" name="Graphic 5"/>
          <p:cNvPicPr>
            <a:picLocks xmlns:a="http://schemas.openxmlformats.org/drawingml/2006/main" noChangeAspect="1"/>
          </p:cNvPicPr>
          <p:nvPr/>
        </p:nvPicPr>
        <p:blipFill>
          <a:blip xmlns:r="http://schemas.openxmlformats.org/officeDocument/2006/relationships" xmlns:a="http://schemas.openxmlformats.org/drawingml/2006/main" r:embed="R815baa9d7aa44d56">
            <a:extLst>
              <a:ext uri="{96DAC541-7B7A-43D3-8B79-37D633B846F1}">
                <asvg:svgBlip xmlns:asvg="http://schemas.microsoft.com/office/drawing/2016/SVG/main" r:embed="R5b235e22f79d4f97"/>
              </a:ext>
            </a:extLst>
          </a:blip>
          <a:srcRect xmlns:a="http://schemas.openxmlformats.org/drawingml/2006/main" l="5687" t="0" r="0" b="27270"/>
          <a:stretch xmlns:a="http://schemas.openxmlformats.org/drawingml/2006/main"/>
        </p:blipFill>
        <p:spPr>
          <a:xfrm xmlns:a="http://schemas.openxmlformats.org/drawingml/2006/main">
            <a:off x="4188201" y="1"/>
            <a:ext cx="8003799" cy="4114800"/>
          </a:xfrm>
          <a:prstGeom xmlns:a="http://schemas.openxmlformats.org/drawingml/2006/main" prst="rect">
            <a:avLst/>
          </a:prstGeom>
        </p:spPr>
      </p:pic>
      <p:sp>
        <p:nvSpPr>
          <p:cNvPr id="8" name="Date Placeholder 7">
            <a:extLst xmlns:a="http://schemas.openxmlformats.org/drawingml/2006/main">
              <a:ext uri="{FF2B5EF4-FFF2-40B4-BE49-F238E27FC236}">
                <a16:creationId xmlns:a16="http://schemas.microsoft.com/office/drawing/2014/main" id="{4BE25085-4A1E-D179-F719-60F3221F88F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9" name="Footer Placeholder 8">
            <a:extLst xmlns:a="http://schemas.openxmlformats.org/drawingml/2006/main">
              <a:ext uri="{FF2B5EF4-FFF2-40B4-BE49-F238E27FC236}">
                <a16:creationId xmlns:a16="http://schemas.microsoft.com/office/drawing/2014/main" id="{BDE401F7-9E49-F0E9-B298-16D634C82200}"/>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0" name="Slide Number Placeholder 9">
            <a:extLst xmlns:a="http://schemas.openxmlformats.org/drawingml/2006/main">
              <a:ext uri="{FF2B5EF4-FFF2-40B4-BE49-F238E27FC236}">
                <a16:creationId xmlns:a16="http://schemas.microsoft.com/office/drawing/2014/main" id="{0845080C-B81D-10C7-DC19-C0A0D33B390A}"/>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30.xml><?xml version="1.0" encoding="utf-8"?>
<p:sldLayout xmlns:p="http://schemas.openxmlformats.org/presentationml/2006/main" preserve="1" userDrawn="1">
  <p:cSld name="Light - Quote with Data Texture Background">
    <p:bg>
      <p:bgRef idx="1001">
        <a:schemeClr xmlns:a="http://schemas.openxmlformats.org/drawingml/2006/main" val="bg2"/>
      </p:bgRef>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768D3CF0-D6A4-3493-A61E-C80959981BE3}"/>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3" name="Accent mark">
            <a:extLst xmlns:a="http://schemas.openxmlformats.org/drawingml/2006/main">
              <a:ext uri="{FF2B5EF4-FFF2-40B4-BE49-F238E27FC236}">
                <a16:creationId xmlns:a16="http://schemas.microsoft.com/office/drawing/2014/main" id="{9CBADFAD-5852-9F31-3F6B-B4A294448DE2}"/>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1" name="Graphic 6"/>
          <p:cNvPicPr>
            <a:picLocks xmlns:a="http://schemas.openxmlformats.org/drawingml/2006/main" noChangeAspect="1"/>
          </p:cNvPicPr>
          <p:nvPr/>
        </p:nvPicPr>
        <p:blipFill>
          <a:blip xmlns:r="http://schemas.openxmlformats.org/officeDocument/2006/relationships" xmlns:a="http://schemas.openxmlformats.org/drawingml/2006/main" r:embed="Rd456546b90144516">
            <a:extLst>
              <a:ext uri="{96DAC541-7B7A-43D3-8B79-37D633B846F1}">
                <asvg:svgBlip xmlns:asvg="http://schemas.microsoft.com/office/drawing/2016/SVG/main" r:embed="R993c14be69bc4ab7"/>
              </a:ext>
            </a:extLst>
          </a:blip>
          <a:srcRect xmlns:a="http://schemas.openxmlformats.org/drawingml/2006/main" l="5687" t="0" r="0" b="27270"/>
          <a:stretch xmlns:a="http://schemas.openxmlformats.org/drawingml/2006/main"/>
        </p:blipFill>
        <p:spPr>
          <a:xfrm xmlns:a="http://schemas.openxmlformats.org/drawingml/2006/main">
            <a:off x="4188201" y="0"/>
            <a:ext cx="8003799" cy="4114800"/>
          </a:xfrm>
          <a:prstGeom xmlns:a="http://schemas.openxmlformats.org/drawingml/2006/main" prst="rect">
            <a:avLst/>
          </a:prstGeom>
        </p:spPr>
      </p:pic>
      <p:sp>
        <p:nvSpPr>
          <p:cNvPr id="4" name="Date Placeholder 3">
            <a:extLst xmlns:a="http://schemas.openxmlformats.org/drawingml/2006/main">
              <a:ext uri="{FF2B5EF4-FFF2-40B4-BE49-F238E27FC236}">
                <a16:creationId xmlns:a16="http://schemas.microsoft.com/office/drawing/2014/main" id="{3F5E1FD4-FF3D-53E2-B568-4096CAC1B9D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5" name="Footer Placeholder 4">
            <a:extLst xmlns:a="http://schemas.openxmlformats.org/drawingml/2006/main">
              <a:ext uri="{FF2B5EF4-FFF2-40B4-BE49-F238E27FC236}">
                <a16:creationId xmlns:a16="http://schemas.microsoft.com/office/drawing/2014/main" id="{BBCA8205-86B8-B975-0254-A7323DE64A72}"/>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10" name="Slide Number Placeholder 9">
            <a:extLst xmlns:a="http://schemas.openxmlformats.org/drawingml/2006/main">
              <a:ext uri="{FF2B5EF4-FFF2-40B4-BE49-F238E27FC236}">
                <a16:creationId xmlns:a16="http://schemas.microsoft.com/office/drawing/2014/main" id="{99568EA0-EDF7-FD13-065F-C2A6ACEFCE3C}"/>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Tree>
  </p:cSld>
</p:sldLayout>
</file>

<file path=ppt/slideLayouts/slideLayout31.xml><?xml version="1.0" encoding="utf-8"?>
<p:sldLayout xmlns:p="http://schemas.openxmlformats.org/presentationml/2006/main" preserve="1" userDrawn="1">
  <p:cSld name="Dark - Quote, Picture, and logo">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32887" y="4911127"/>
            <a:ext cx="5853145"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32887" y="5248720"/>
            <a:ext cx="5853145"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9" name="Picture Placeholder 5">
            <a:extLst xmlns:a="http://schemas.openxmlformats.org/drawingml/2006/main">
              <a:ext uri="{FF2B5EF4-FFF2-40B4-BE49-F238E27FC236}">
                <a16:creationId xmlns:a16="http://schemas.microsoft.com/office/drawing/2014/main" id="{DFB04560-5A82-4303-F4F4-247222B350E0}"/>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endParaRPr/>
          </a:p>
        </p:txBody>
      </p:sp>
      <p:sp>
        <p:nvSpPr>
          <p:cNvPr id="8" name="Slide Number Placeholder 7">
            <a:extLst xmlns:a="http://schemas.openxmlformats.org/drawingml/2006/main">
              <a:ext uri="{FF2B5EF4-FFF2-40B4-BE49-F238E27FC236}">
                <a16:creationId xmlns:a16="http://schemas.microsoft.com/office/drawing/2014/main" id="{FA2E22D8-777D-4A4E-8190-9C7E9654A636}"/>
              </a:ext>
            </a:extLst>
          </p:cNvPr>
          <p:cNvSpPr>
            <a:spLocks xmlns:a="http://schemas.openxmlformats.org/drawingml/2006/main" noGrp="1"/>
          </p:cNvSpPr>
          <p:nvPr>
            <p:ph type="sldNum" idx="4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0F175504-AA80-48D0-ABE0-C3B4B0480FBA}"/>
              </a:ext>
            </a:extLst>
          </p:cNvPr>
          <p:cNvSpPr>
            <a:spLocks xmlns:a="http://schemas.openxmlformats.org/drawingml/2006/main" noGrp="1"/>
          </p:cNvSpPr>
          <p:nvPr>
            <p:ph type="ftr"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4" name="Date Placeholder 3">
            <a:extLst xmlns:a="http://schemas.openxmlformats.org/drawingml/2006/main">
              <a:ext uri="{FF2B5EF4-FFF2-40B4-BE49-F238E27FC236}">
                <a16:creationId xmlns:a16="http://schemas.microsoft.com/office/drawing/2014/main" id="{F3C7CAF2-5875-4790-8762-15A8CDD16E08}"/>
              </a:ext>
            </a:extLst>
          </p:cNvPr>
          <p:cNvSpPr>
            <a:spLocks xmlns:a="http://schemas.openxmlformats.org/drawingml/2006/main" noGrp="1"/>
          </p:cNvSpPr>
          <p:nvPr>
            <p:ph type="dt"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2" name="Content Placeholder 2">
            <a:extLst xmlns:a="http://schemas.openxmlformats.org/drawingml/2006/main">
              <a:ext uri="{FF2B5EF4-FFF2-40B4-BE49-F238E27FC236}">
                <a16:creationId xmlns:a16="http://schemas.microsoft.com/office/drawing/2014/main" id="{97B60F2A-F2ED-70AD-4768-5B8EF9B56420}"/>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Accent mark">
            <a:extLst xmlns:a="http://schemas.openxmlformats.org/drawingml/2006/main">
              <a:ext uri="{FF2B5EF4-FFF2-40B4-BE49-F238E27FC236}">
                <a16:creationId xmlns:a16="http://schemas.microsoft.com/office/drawing/2014/main" id="{2F96B613-1543-0150-F389-FFE2D5FA5019}"/>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4" name="Graphic 5"/>
          <p:cNvPicPr>
            <a:picLocks xmlns:a="http://schemas.openxmlformats.org/drawingml/2006/main" noChangeAspect="1"/>
          </p:cNvPicPr>
          <p:nvPr/>
        </p:nvPicPr>
        <p:blipFill>
          <a:blip xmlns:r="http://schemas.openxmlformats.org/officeDocument/2006/relationships" xmlns:a="http://schemas.openxmlformats.org/drawingml/2006/main" r:embed="R6e4ffb5dafde4118">
            <a:extLst>
              <a:ext uri="{96DAC541-7B7A-43D3-8B79-37D633B846F1}">
                <asvg:svgBlip xmlns:asvg="http://schemas.microsoft.com/office/drawing/2016/SVG/main" r:embed="R01c8b49c1b44455e"/>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Tree>
  </p:cSld>
</p:sldLayout>
</file>

<file path=ppt/slideLayouts/slideLayout32.xml><?xml version="1.0" encoding="utf-8"?>
<p:sldLayout xmlns:p="http://schemas.openxmlformats.org/presentationml/2006/main" preserve="1" userDrawn="1">
  <p:cSld name="Light - Quote, Picture, and logo">
    <p:bg>
      <p:bgPr>
        <a:solidFill xmlns:a="http://schemas.openxmlformats.org/drawingml/2006/main">
          <a:schemeClr val="bg2"/>
        </a:solidFill>
      </p:bgPr>
    </p:bg>
    <p:spTree>
      <p:nvGrpSpPr>
        <p:cNvPr id="1" name=""/>
        <p:cNvGrpSpPr/>
        <p:nvPr/>
      </p:nvGrpSpPr>
      <p:grpSpPr>
        <a:xfrm xmlns:a="http://schemas.openxmlformats.org/drawingml/2006/main"/>
      </p:grpSpPr>
      <p:pic>
        <p:nvPicPr>
          <p:cNvPr id="15" name="Graphic 5"/>
          <p:cNvPicPr>
            <a:picLocks xmlns:a="http://schemas.openxmlformats.org/drawingml/2006/main" noChangeAspect="1"/>
          </p:cNvPicPr>
          <p:nvPr/>
        </p:nvPicPr>
        <p:blipFill>
          <a:blip xmlns:r="http://schemas.openxmlformats.org/officeDocument/2006/relationships" xmlns:a="http://schemas.openxmlformats.org/drawingml/2006/main" r:embed="R622b4db34239403d">
            <a:extLst>
              <a:ext uri="{96DAC541-7B7A-43D3-8B79-37D633B846F1}">
                <asvg:svgBlip xmlns:asvg="http://schemas.microsoft.com/office/drawing/2016/SVG/main" r:embed="Rb2c9d3309e3a46d3"/>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2" name="Quote">
            <a:extLst xmlns:a="http://schemas.openxmlformats.org/drawingml/2006/main">
              <a:ext uri="{FF2B5EF4-FFF2-40B4-BE49-F238E27FC236}">
                <a16:creationId xmlns:a16="http://schemas.microsoft.com/office/drawing/2014/main" id="{B3A79ECA-28E8-A857-97F4-082EF2B1CAB8}"/>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28788" y="4911127"/>
            <a:ext cx="58644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28788" y="5248720"/>
            <a:ext cx="5864400"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B89773B8-8237-C7B1-9DF8-93B5D5BF7DEE}"/>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5">
            <a:extLst xmlns:a="http://schemas.openxmlformats.org/drawingml/2006/main">
              <a:ext uri="{FF2B5EF4-FFF2-40B4-BE49-F238E27FC236}">
                <a16:creationId xmlns:a16="http://schemas.microsoft.com/office/drawing/2014/main" id="{1F10E851-3567-F699-4B5F-02ABBB3355AC}"/>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endParaRPr/>
          </a:p>
        </p:txBody>
      </p:sp>
      <p:sp>
        <p:nvSpPr>
          <p:cNvPr id="8" name="Slide Number Placeholder 7">
            <a:extLst xmlns:a="http://schemas.openxmlformats.org/drawingml/2006/main">
              <a:ext uri="{FF2B5EF4-FFF2-40B4-BE49-F238E27FC236}">
                <a16:creationId xmlns:a16="http://schemas.microsoft.com/office/drawing/2014/main" id="{21257FF2-E055-B5F9-4582-79A01E21822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9" name="Footer Placeholder 6">
            <a:extLst xmlns:a="http://schemas.openxmlformats.org/drawingml/2006/main">
              <a:ext uri="{FF2B5EF4-FFF2-40B4-BE49-F238E27FC236}">
                <a16:creationId xmlns:a16="http://schemas.microsoft.com/office/drawing/2014/main" id="{3432B7A5-BCFF-0B37-3621-48E5B163BE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10" name="Date Placeholder 4">
            <a:extLst xmlns:a="http://schemas.openxmlformats.org/drawingml/2006/main">
              <a:ext uri="{FF2B5EF4-FFF2-40B4-BE49-F238E27FC236}">
                <a16:creationId xmlns:a16="http://schemas.microsoft.com/office/drawing/2014/main" id="{54EBA6F0-8007-BA20-B49E-4F5863B4E1E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3" name="Accent mark">
            <a:extLst xmlns:a="http://schemas.openxmlformats.org/drawingml/2006/main">
              <a:ext uri="{FF2B5EF4-FFF2-40B4-BE49-F238E27FC236}">
                <a16:creationId xmlns:a16="http://schemas.microsoft.com/office/drawing/2014/main" id="{F6E69B24-94C1-6ACB-ADE4-5BD87AD69DCA}"/>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3.xml><?xml version="1.0" encoding="utf-8"?>
<p:sldLayout xmlns:p="http://schemas.openxmlformats.org/presentationml/2006/main" preserve="1" userDrawn="1">
  <p:cSld name="Dark - Single metric">
    <p:bg>
      <p:bgPr>
        <a:solidFill xmlns:a="http://schemas.openxmlformats.org/drawingml/2006/main">
          <a:schemeClr val="bg2"/>
        </a:solidFill>
      </p:bgPr>
    </p:bg>
    <p:spTree>
      <p:nvGrpSpPr>
        <p:cNvPr id="1" name=""/>
        <p:cNvGrpSpPr/>
        <p:nvPr/>
      </p:nvGrpSpPr>
      <p:grpSpPr>
        <a:xfrm xmlns:a="http://schemas.openxmlformats.org/drawingml/2006/main"/>
      </p:grpSpPr>
      <p:pic>
        <p:nvPicPr>
          <p:cNvPr id="14" name="Graphic 1"/>
          <p:cNvPicPr>
            <a:picLocks xmlns:a="http://schemas.openxmlformats.org/drawingml/2006/main" noChangeAspect="1"/>
          </p:cNvPicPr>
          <p:nvPr/>
        </p:nvPicPr>
        <p:blipFill>
          <a:blip xmlns:r="http://schemas.openxmlformats.org/officeDocument/2006/relationships" xmlns:a="http://schemas.openxmlformats.org/drawingml/2006/main" r:embed="R6b48aa4d351147fb">
            <a:extLst>
              <a:ext uri="{96DAC541-7B7A-43D3-8B79-37D633B846F1}">
                <asvg:svgBlip xmlns:asvg="http://schemas.microsoft.com/office/drawing/2016/SVG/main" r:embed="R67e7fbbe45c34c9f"/>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3" name="Title 2">
            <a:extLst xmlns:a="http://schemas.openxmlformats.org/drawingml/2006/main">
              <a:ext uri="{FF2B5EF4-FFF2-40B4-BE49-F238E27FC236}">
                <a16:creationId xmlns:a16="http://schemas.microsoft.com/office/drawing/2014/main" id="{B099EEEE-62A5-DE0D-FD45-A3C465FD76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9" name="Text Placeholder 4">
            <a:extLst xmlns:a="http://schemas.openxmlformats.org/drawingml/2006/main">
              <a:ext uri="{FF2B5EF4-FFF2-40B4-BE49-F238E27FC236}">
                <a16:creationId xmlns:a16="http://schemas.microsoft.com/office/drawing/2014/main" id="{52A6D6F1-EBC4-4335-819B-433720EB173D}"/>
              </a:ext>
            </a:extLst>
          </p:cNvPr>
          <p:cNvSpPr>
            <a:spLocks xmlns:a="http://schemas.openxmlformats.org/drawingml/2006/main" noGrp="1"/>
          </p:cNvSpPr>
          <p:nvPr>
            <p:ph type="body" idx="15" hasCustomPrompt="1"/>
          </p:nvPr>
        </p:nvSpPr>
        <p:spPr>
          <a:xfrm xmlns:a="http://schemas.openxmlformats.org/drawingml/2006/main">
            <a:off x="789734" y="1600200"/>
            <a:ext cx="5085287" cy="2415700"/>
          </a:xfrm>
        </p:spPr>
        <p:txBody>
          <a:bodyPr xmlns:a="http://schemas.openxmlformats.org/drawingml/2006/main" anchor="b"/>
          <a:lstStyle xmlns:a="http://schemas.openxmlformats.org/drawingml/2006/main">
            <a:lvl1pPr>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841059"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pic>
        <p:nvPicPr>
          <p:cNvPr id="18" name="OTag"/>
          <p:cNvPicPr>
            <a:picLocks xmlns:a="http://schemas.openxmlformats.org/drawingml/2006/main" noChangeAspect="1"/>
          </p:cNvPicPr>
          <p:nvPr/>
        </p:nvPicPr>
        <p:blipFill>
          <a:blip xmlns:r="http://schemas.openxmlformats.org/officeDocument/2006/relationships" xmlns:a="http://schemas.openxmlformats.org/drawingml/2006/main" r:embed="R65564f4750354ed3"/>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Slide Number Placeholder 7">
            <a:extLst xmlns:a="http://schemas.openxmlformats.org/drawingml/2006/main">
              <a:ext uri="{FF2B5EF4-FFF2-40B4-BE49-F238E27FC236}">
                <a16:creationId xmlns:a16="http://schemas.microsoft.com/office/drawing/2014/main" id="{CB737692-EBCE-3DB2-EEE6-98690BCF926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0" name="Footer Placeholder 6">
            <a:extLst xmlns:a="http://schemas.openxmlformats.org/drawingml/2006/main">
              <a:ext uri="{FF2B5EF4-FFF2-40B4-BE49-F238E27FC236}">
                <a16:creationId xmlns:a16="http://schemas.microsoft.com/office/drawing/2014/main" id="{4F04817E-BD68-D98E-68D4-B156602982E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1" name="Date Placeholder 4">
            <a:extLst xmlns:a="http://schemas.openxmlformats.org/drawingml/2006/main">
              <a:ext uri="{FF2B5EF4-FFF2-40B4-BE49-F238E27FC236}">
                <a16:creationId xmlns:a16="http://schemas.microsoft.com/office/drawing/2014/main" id="{D8490AA6-ABB7-8870-D034-F44F2026B242}"/>
              </a:ext>
            </a:extLst>
          </p:cNvPr>
          <p:cNvSpPr>
            <a:spLocks xmlns:a="http://schemas.openxmlformats.org/drawingml/2006/main" noGrp="1"/>
          </p:cNvSpPr>
          <p:nvPr>
            <p:ph type="dt" idx="1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7" name="Accent mark">
            <a:extLst xmlns:a="http://schemas.openxmlformats.org/drawingml/2006/main">
              <a:ext uri="{FF2B5EF4-FFF2-40B4-BE49-F238E27FC236}">
                <a16:creationId xmlns:a16="http://schemas.microsoft.com/office/drawing/2014/main" id="{F914C2C0-AA33-B6B2-67CF-DCC0E7C6D76B}"/>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4.xml><?xml version="1.0" encoding="utf-8"?>
<p:sldLayout xmlns:p="http://schemas.openxmlformats.org/presentationml/2006/main" preserve="1" userDrawn="1">
  <p:cSld name="Light - Single metric">
    <p:bg>
      <p:bgRef idx="1001">
        <a:schemeClr xmlns:a="http://schemas.openxmlformats.org/drawingml/2006/main" val="bg2"/>
      </p:bgRef>
    </p:bg>
    <p:spTree>
      <p:nvGrpSpPr>
        <p:cNvPr id="1" name=""/>
        <p:cNvGrpSpPr/>
        <p:nvPr/>
      </p:nvGrpSpPr>
      <p:grpSpPr>
        <a:xfrm xmlns:a="http://schemas.openxmlformats.org/drawingml/2006/main"/>
      </p:grpSpPr>
      <p:sp>
        <p:nvSpPr>
          <p:cNvPr id="9" name="Title 8">
            <a:extLst xmlns:a="http://schemas.openxmlformats.org/drawingml/2006/main">
              <a:ext uri="{FF2B5EF4-FFF2-40B4-BE49-F238E27FC236}">
                <a16:creationId xmlns:a16="http://schemas.microsoft.com/office/drawing/2014/main" id="{3C834F4C-E96D-655B-5790-3D3144B54C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Text Placeholder 4">
            <a:extLst xmlns:a="http://schemas.openxmlformats.org/drawingml/2006/main">
              <a:ext uri="{FF2B5EF4-FFF2-40B4-BE49-F238E27FC236}">
                <a16:creationId xmlns:a16="http://schemas.microsoft.com/office/drawing/2014/main" id="{9A83AB0E-EC5F-476F-B6A9-E6F9CE84E95A}"/>
              </a:ext>
            </a:extLst>
          </p:cNvPr>
          <p:cNvSpPr>
            <a:spLocks xmlns:a="http://schemas.openxmlformats.org/drawingml/2006/main" noGrp="1"/>
          </p:cNvSpPr>
          <p:nvPr>
            <p:ph type="body" idx="15" hasCustomPrompt="1"/>
          </p:nvPr>
        </p:nvSpPr>
        <p:spPr>
          <a:xfrm xmlns:a="http://schemas.openxmlformats.org/drawingml/2006/main">
            <a:off x="792538" y="1600200"/>
            <a:ext cx="5072063" cy="2415700"/>
          </a:xfrm>
        </p:spPr>
        <p:txBody>
          <a:bodyPr xmlns:a="http://schemas.openxmlformats.org/drawingml/2006/main" anchor="b"/>
          <a:lstStyle xmlns:a="http://schemas.openxmlformats.org/drawingml/2006/main">
            <a:lvl1pPr>
              <a:lnSpc>
                <a:spcPct val="100000"/>
              </a:lnSpc>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792538"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CBADD7B5-9676-40DE-A88A-5EC3D33A6577}"/>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89C4B030-1E0B-4CB0-87B4-DF607257368B}"/>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3" name="Date Placeholder 2">
            <a:extLst xmlns:a="http://schemas.openxmlformats.org/drawingml/2006/main">
              <a:ext uri="{FF2B5EF4-FFF2-40B4-BE49-F238E27FC236}">
                <a16:creationId xmlns:a16="http://schemas.microsoft.com/office/drawing/2014/main" id="{14EF74DF-FD68-4CDF-B4CE-342E7A165BCB}"/>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pic>
        <p:nvPicPr>
          <p:cNvPr id="18" name="Graphic 5"/>
          <p:cNvPicPr>
            <a:picLocks xmlns:a="http://schemas.openxmlformats.org/drawingml/2006/main" noChangeAspect="1"/>
          </p:cNvPicPr>
          <p:nvPr/>
        </p:nvPicPr>
        <p:blipFill>
          <a:blip xmlns:r="http://schemas.openxmlformats.org/officeDocument/2006/relationships" xmlns:a="http://schemas.openxmlformats.org/drawingml/2006/main" r:embed="Rcabcc3fafcbc4f2f">
            <a:extLst>
              <a:ext uri="{96DAC541-7B7A-43D3-8B79-37D633B846F1}">
                <asvg:svgBlip xmlns:asvg="http://schemas.microsoft.com/office/drawing/2016/SVG/main" r:embed="R6772661e61544c6c"/>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10" name="Accent mark">
            <a:extLst xmlns:a="http://schemas.openxmlformats.org/drawingml/2006/main">
              <a:ext uri="{FF2B5EF4-FFF2-40B4-BE49-F238E27FC236}">
                <a16:creationId xmlns:a16="http://schemas.microsoft.com/office/drawing/2014/main" id="{92B14C41-985E-E73E-2DEF-63120221F3B5}"/>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5.xml><?xml version="1.0" encoding="utf-8"?>
<p:sldLayout xmlns:p="http://schemas.openxmlformats.org/presentationml/2006/main" preserve="1" userDrawn="1">
  <p:cSld name="Dark - Thank You">
    <p:bg>
      <p:bgPr>
        <a:solidFill xmlns:a="http://schemas.openxmlformats.org/drawingml/2006/main">
          <a:schemeClr val="bg2"/>
        </a:solidFill>
      </p:bgPr>
    </p:bg>
    <p:spTree>
      <p:nvGrpSpPr>
        <p:cNvPr id="1" name=""/>
        <p:cNvGrpSpPr/>
        <p:nvPr/>
      </p:nvGrpSpPr>
      <p:grpSpPr>
        <a:xfrm xmlns:a="http://schemas.openxmlformats.org/drawingml/2006/main"/>
      </p:grpSpPr>
      <p:pic>
        <p:nvPicPr>
          <p:cNvPr id="18" name="Graphic 4"/>
          <p:cNvPicPr>
            <a:picLocks xmlns:a="http://schemas.openxmlformats.org/drawingml/2006/main" noChangeAspect="1"/>
          </p:cNvPicPr>
          <p:nvPr/>
        </p:nvPicPr>
        <p:blipFill>
          <a:blip xmlns:r="http://schemas.openxmlformats.org/officeDocument/2006/relationships" xmlns:a="http://schemas.openxmlformats.org/drawingml/2006/main" r:embed="R906088f17a234ecc">
            <a:extLst>
              <a:ext uri="{96DAC541-7B7A-43D3-8B79-37D633B846F1}">
                <asvg:svgBlip xmlns:asvg="http://schemas.microsoft.com/office/drawing/2016/SVG/main" r:embed="R836b00f205ea4968"/>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3" name="Thank you">
            <a:extLst xmlns:a="http://schemas.openxmlformats.org/drawingml/2006/main">
              <a:ext uri="{FF2B5EF4-FFF2-40B4-BE49-F238E27FC236}">
                <a16:creationId xmlns:a16="http://schemas.microsoft.com/office/drawing/2014/main" id="{1F390879-C7C7-4224-97BB-1C165BFB5AA3}"/>
              </a:ext>
            </a:extLst>
          </p:cNvPr>
          <p:cNvSpPr>
            <a:spLocks xmlns:a="http://schemas.openxmlformats.org/drawingml/2006/main" noGrp="1"/>
          </p:cNvSpPr>
          <p:nvPr>
            <p:ph type="title" idx="0" hasCustomPrompt="1"/>
          </p:nvPr>
        </p:nvSpPr>
        <p:spPr>
          <a:xfrm xmlns:a="http://schemas.openxmlformats.org/drawingml/2006/main">
            <a:off x="768875" y="3483973"/>
            <a:ext cx="5029200"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f33194a247684502"/>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3" name="Date Placeholder 12">
            <a:extLst xmlns:a="http://schemas.openxmlformats.org/drawingml/2006/main">
              <a:ext uri="{FF2B5EF4-FFF2-40B4-BE49-F238E27FC236}">
                <a16:creationId xmlns:a16="http://schemas.microsoft.com/office/drawing/2014/main" id="{3476C750-59D6-EB09-06A9-634F34474538}"/>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4" name="Footer Placeholder 13">
            <a:extLst xmlns:a="http://schemas.openxmlformats.org/drawingml/2006/main">
              <a:ext uri="{FF2B5EF4-FFF2-40B4-BE49-F238E27FC236}">
                <a16:creationId xmlns:a16="http://schemas.microsoft.com/office/drawing/2014/main" id="{C0D2E1ED-2B0F-7B22-726D-4623578504D2}"/>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5" name="Slide Number Placeholder 14">
            <a:extLst xmlns:a="http://schemas.openxmlformats.org/drawingml/2006/main">
              <a:ext uri="{FF2B5EF4-FFF2-40B4-BE49-F238E27FC236}">
                <a16:creationId xmlns:a16="http://schemas.microsoft.com/office/drawing/2014/main" id="{83E4861B-95EB-30B4-4A73-1871E7B14738}"/>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2" name="Accent mark">
            <a:extLst xmlns:a="http://schemas.openxmlformats.org/drawingml/2006/main">
              <a:ext uri="{FF2B5EF4-FFF2-40B4-BE49-F238E27FC236}">
                <a16:creationId xmlns:a16="http://schemas.microsoft.com/office/drawing/2014/main" id="{AED05725-671E-C225-6DF9-7BB572CF6458}"/>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6.xml><?xml version="1.0" encoding="utf-8"?>
<p:sldLayout xmlns:p="http://schemas.openxmlformats.org/presentationml/2006/main" preserve="1" userDrawn="1">
  <p:cSld name="Light - Thank You">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hank You">
            <a:extLst xmlns:a="http://schemas.openxmlformats.org/drawingml/2006/main">
              <a:ext uri="{FF2B5EF4-FFF2-40B4-BE49-F238E27FC236}">
                <a16:creationId xmlns:a16="http://schemas.microsoft.com/office/drawing/2014/main" id="{701BFB4F-AD1A-4B21-826E-A2F61F5D8AAB}"/>
              </a:ext>
            </a:extLst>
          </p:cNvPr>
          <p:cNvSpPr>
            <a:spLocks xmlns:a="http://schemas.openxmlformats.org/drawingml/2006/main" noGrp="1"/>
          </p:cNvSpPr>
          <p:nvPr>
            <p:ph type="title" idx="0" hasCustomPrompt="1"/>
          </p:nvPr>
        </p:nvSpPr>
        <p:spPr>
          <a:xfrm xmlns:a="http://schemas.openxmlformats.org/drawingml/2006/main">
            <a:off x="768875" y="3482230"/>
            <a:ext cx="5022325"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42" name="OTag"/>
          <p:cNvPicPr>
            <a:picLocks xmlns:a="http://schemas.openxmlformats.org/drawingml/2006/main" noChangeAspect="1"/>
          </p:cNvPicPr>
          <p:nvPr/>
        </p:nvPicPr>
        <p:blipFill>
          <a:blip xmlns:r="http://schemas.openxmlformats.org/officeDocument/2006/relationships" xmlns:a="http://schemas.openxmlformats.org/drawingml/2006/main" r:embed="R78770260cc654d81"/>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3" name="Date Placeholder 32">
            <a:extLst xmlns:a="http://schemas.openxmlformats.org/drawingml/2006/main">
              <a:ext uri="{FF2B5EF4-FFF2-40B4-BE49-F238E27FC236}">
                <a16:creationId xmlns:a16="http://schemas.microsoft.com/office/drawing/2014/main" id="{C757BBF7-1C67-AA09-584F-7A752DCB4BC9}"/>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34" name="Footer Placeholder 33">
            <a:extLst xmlns:a="http://schemas.openxmlformats.org/drawingml/2006/main">
              <a:ext uri="{FF2B5EF4-FFF2-40B4-BE49-F238E27FC236}">
                <a16:creationId xmlns:a16="http://schemas.microsoft.com/office/drawing/2014/main" id="{2B12D776-70C0-CC40-00F8-F8AB6108C9AA}"/>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35" name="Slide Number Placeholder 34">
            <a:extLst xmlns:a="http://schemas.openxmlformats.org/drawingml/2006/main">
              <a:ext uri="{FF2B5EF4-FFF2-40B4-BE49-F238E27FC236}">
                <a16:creationId xmlns:a16="http://schemas.microsoft.com/office/drawing/2014/main" id="{2021DDA7-EEBD-CE8D-1221-C07F76A0D39F}"/>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pic>
        <p:nvPicPr>
          <p:cNvPr id="46" name="OTag"/>
          <p:cNvPicPr>
            <a:picLocks xmlns:a="http://schemas.openxmlformats.org/drawingml/2006/main" noChangeAspect="1"/>
          </p:cNvPicPr>
          <p:nvPr/>
        </p:nvPicPr>
        <p:blipFill>
          <a:blip xmlns:r="http://schemas.openxmlformats.org/officeDocument/2006/relationships" xmlns:a="http://schemas.openxmlformats.org/drawingml/2006/main" r:embed="R78770260cc654d81"/>
          <a:stretch xmlns:a="http://schemas.openxmlformats.org/drawingml/2006/main">
            <a:fillRect l="0" t="0" r="0" b="0"/>
          </a:stretch>
        </p:blipFill>
        <p:spPr>
          <a:xfrm xmlns:a="http://schemas.openxmlformats.org/drawingml/2006/main">
            <a:off x="11402373" y="6464808"/>
            <a:ext cx="393192" cy="393192"/>
          </a:xfrm>
          <a:prstGeom xmlns:a="http://schemas.openxmlformats.org/drawingml/2006/main" prst="rect">
            <a:avLst/>
          </a:prstGeom>
        </p:spPr>
      </p:pic>
      <p:pic>
        <p:nvPicPr>
          <p:cNvPr id="47" name="Graphic 3"/>
          <p:cNvPicPr>
            <a:picLocks xmlns:a="http://schemas.openxmlformats.org/drawingml/2006/main" noChangeAspect="1"/>
          </p:cNvPicPr>
          <p:nvPr/>
        </p:nvPicPr>
        <p:blipFill>
          <a:blip xmlns:r="http://schemas.openxmlformats.org/officeDocument/2006/relationships" xmlns:a="http://schemas.openxmlformats.org/drawingml/2006/main" r:embed="Ra0234c95cdb04018">
            <a:extLst>
              <a:ext uri="{96DAC541-7B7A-43D3-8B79-37D633B846F1}">
                <asvg:svgBlip xmlns:asvg="http://schemas.microsoft.com/office/drawing/2016/SVG/main" r:embed="Refdb84355550495c"/>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0EC2F66-9907-2F15-B317-36B39B8BBE6F}"/>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7.xml><?xml version="1.0" encoding="utf-8"?>
<p:sldLayout xmlns:p="http://schemas.openxmlformats.org/presentationml/2006/main" preserve="1" userDrawn="1">
  <p:cSld name="Dark - Safe harbor_Pillar">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5" name="Slide Number Placeholder 7">
            <a:extLst xmlns:a="http://schemas.openxmlformats.org/drawingml/2006/main">
              <a:ext uri="{FF2B5EF4-FFF2-40B4-BE49-F238E27FC236}">
                <a16:creationId xmlns:a16="http://schemas.microsoft.com/office/drawing/2014/main" id="{BAE1FE92-0B5A-C3C7-4D80-295A1C03DE54}"/>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6" name="Footer Placeholder 6">
            <a:extLst xmlns:a="http://schemas.openxmlformats.org/drawingml/2006/main">
              <a:ext uri="{FF2B5EF4-FFF2-40B4-BE49-F238E27FC236}">
                <a16:creationId xmlns:a16="http://schemas.microsoft.com/office/drawing/2014/main" id="{F12714ED-3627-881E-09BA-8AF5C228303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7" name="Date Placeholder 4">
            <a:extLst xmlns:a="http://schemas.openxmlformats.org/drawingml/2006/main">
              <a:ext uri="{FF2B5EF4-FFF2-40B4-BE49-F238E27FC236}">
                <a16:creationId xmlns:a16="http://schemas.microsoft.com/office/drawing/2014/main" id="{1E845CA1-2B55-2D69-3680-9CE99F31519C}"/>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8" name="TextBox 7">
            <a:extLst xmlns:a="http://schemas.openxmlformats.org/drawingml/2006/main">
              <a:ext uri="{FF2B5EF4-FFF2-40B4-BE49-F238E27FC236}">
                <a16:creationId xmlns:a16="http://schemas.microsoft.com/office/drawing/2014/main" id="{F2087D21-F78B-45C7-2C05-43C5D2F54367}"/>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8.xml><?xml version="1.0" encoding="utf-8"?>
<p:sldLayout xmlns:p="http://schemas.openxmlformats.org/presentationml/2006/main" preserve="1" userDrawn="1">
  <p:cSld name="Light - Safe harbor_Pillar">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5" name="TextBox 4">
            <a:extLst xmlns:a="http://schemas.openxmlformats.org/drawingml/2006/main">
              <a:ext uri="{FF2B5EF4-FFF2-40B4-BE49-F238E27FC236}">
                <a16:creationId xmlns:a16="http://schemas.microsoft.com/office/drawing/2014/main" id="{CA4392FF-7C2C-D37B-DD7D-60C8C946E8C6}"/>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9.xml><?xml version="1.0" encoding="utf-8"?>
<p:sldLayout xmlns:p="http://schemas.openxmlformats.org/presentationml/2006/main" preserve="1" userDrawn="1">
  <p:cSld name="Note on safe harbor/forward looking">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harbor/forward looking</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17" name="TextBox 16">
            <a:extLst xmlns:a="http://schemas.openxmlformats.org/drawingml/2006/main">
              <a:ext uri="{FF2B5EF4-FFF2-40B4-BE49-F238E27FC236}">
                <a16:creationId xmlns:a16="http://schemas.microsoft.com/office/drawing/2014/main" id="{E5EA32E2-5AE7-3199-6814-98A3082209E7}"/>
              </a:ext>
            </a:extLst>
          </p:cNvPr>
          <p:cNvSpPr>
            <a:spLocks xmlns:a="http://schemas.openxmlformats.org/drawingml/2006/main" noGrp="1"/>
          </p:cNvSpPr>
          <p:nvPr/>
        </p:nvSpPr>
        <p:spPr>
          <a:xfrm xmlns:a="http://schemas.openxmlformats.org/drawingml/2006/main">
            <a:off x="762000" y="1608575"/>
            <a:ext cx="5084064" cy="32783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Legal Entity footer is required on every slide.</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Regulatory Statement is required on the title slide, and Forward-Looking statement slide (if the Forward-Looking statement slide is needed).</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Forward-Looking statement and Safe Harbor slides are required only for external presentations that pertain to:</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Product launches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Executive presentations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Keynotes at major events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Events attended by financial analysts</a:t>
            </a:r>
          </a:p>
        </p:txBody>
      </p:sp>
      <p:sp>
        <p:nvSpPr>
          <p:cNvPr id="19" name="TextBox 18">
            <a:extLst xmlns:a="http://schemas.openxmlformats.org/drawingml/2006/main">
              <a:ext uri="{FF2B5EF4-FFF2-40B4-BE49-F238E27FC236}">
                <a16:creationId xmlns:a16="http://schemas.microsoft.com/office/drawing/2014/main" id="{08E9360F-1286-D2C8-A87B-E68B6EAEB555}"/>
              </a:ext>
            </a:extLst>
          </p:cNvPr>
          <p:cNvSpPr>
            <a:spLocks xmlns:a="http://schemas.openxmlformats.org/drawingml/2006/main" noGrp="1"/>
          </p:cNvSpPr>
          <p:nvPr/>
        </p:nvSpPr>
        <p:spPr>
          <a:xfrm xmlns:a="http://schemas.openxmlformats.org/drawingml/2006/main">
            <a:off x="6345936" y="1608575"/>
            <a:ext cx="5084064" cy="34145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If it is required, it should appear twice: after the title slide and at the end of the slide deck.  When video recording, there should be a 3  second camera hold on the final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Safe harbor slide should be placed immediately following the title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rgbClr val="C74634"/>
                </a:solidFill>
                <a:latin typeface="Oracle Sans"/>
                <a:ea typeface="Oracle Sans"/>
                <a:cs typeface="Oracle Sans"/>
              </a:rPr>
              <a:t>If the presentation does not pertain to any one of the above, the Forward-Looking statement and Safe harbor slides can be left out entirely and should be deleted</a:t>
            </a:r>
          </a:p>
        </p:txBody>
      </p:sp>
      <p:sp>
        <p:nvSpPr>
          <p:cNvPr id="21" name="Column Divider">
            <a:extLst xmlns:a="http://schemas.openxmlformats.org/drawingml/2006/main">
              <a:ext uri="{FF2B5EF4-FFF2-40B4-BE49-F238E27FC236}">
                <a16:creationId xmlns:a16="http://schemas.microsoft.com/office/drawing/2014/main" id="{D745B57F-C1D6-4778-915B-2D4404E7C4E0}"/>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0.xml><?xml version="1.0" encoding="utf-8"?>
<p:sldLayout xmlns:p="http://schemas.openxmlformats.org/presentationml/2006/main" preserve="1" userDrawn="1">
  <p:cSld name="Speaker_1_Name">
    <p:bg>
      <p:bgRef idx="1001">
        <a:schemeClr xmlns:a="http://schemas.openxmlformats.org/drawingml/2006/main" val="bg2"/>
      </p:bgRef>
    </p:bg>
    <p:spTree>
      <p:nvGrpSpPr>
        <p:cNvPr id="1" name=""/>
        <p:cNvGrpSpPr/>
        <p:nvPr/>
      </p:nvGrpSpPr>
      <p:grpSpPr>
        <a:xfrm xmlns:a="http://schemas.openxmlformats.org/drawingml/2006/main"/>
      </p:grpSpPr>
      <p:pic>
        <p:nvPicPr>
          <p:cNvPr id="14" name="Graphic 1"/>
          <p:cNvPicPr>
            <a:picLocks xmlns:a="http://schemas.openxmlformats.org/drawingml/2006/main" noChangeAspect="1"/>
          </p:cNvPicPr>
          <p:nvPr/>
        </p:nvPicPr>
        <p:blipFill>
          <a:blip xmlns:r="http://schemas.openxmlformats.org/officeDocument/2006/relationships" xmlns:a="http://schemas.openxmlformats.org/drawingml/2006/main" r:embed="R54c61bceaa4547ba">
            <a:extLst>
              <a:ext uri="{96DAC541-7B7A-43D3-8B79-37D633B846F1}">
                <asvg:svgBlip xmlns:asvg="http://schemas.microsoft.com/office/drawing/2016/SVG/main" r:embed="R7430744ed5684293"/>
              </a:ext>
            </a:extLst>
          </a:blip>
          <a:srcRect xmlns:a="http://schemas.openxmlformats.org/drawingml/2006/main" l="5687" t="0" r="0" b="27270"/>
          <a:stretch xmlns:a="http://schemas.openxmlformats.org/drawingml/2006/main"/>
        </p:blipFill>
        <p:spPr>
          <a:xfrm xmlns:a="http://schemas.openxmlformats.org/drawingml/2006/main" rot="10800000">
            <a:off x="0" y="3611878"/>
            <a:ext cx="6314112" cy="3246122"/>
          </a:xfrm>
          <a:prstGeom xmlns:a="http://schemas.openxmlformats.org/drawingml/2006/main" prst="rect">
            <a:avLst/>
          </a:prstGeom>
        </p:spPr>
      </p:pic>
      <p:pic>
        <p:nvPicPr>
          <p:cNvPr id="15" name="Graphic 2"/>
          <p:cNvPicPr>
            <a:picLocks xmlns:a="http://schemas.openxmlformats.org/drawingml/2006/main" noChangeAspect="1"/>
          </p:cNvPicPr>
          <p:nvPr/>
        </p:nvPicPr>
        <p:blipFill>
          <a:blip xmlns:r="http://schemas.openxmlformats.org/officeDocument/2006/relationships" xmlns:a="http://schemas.openxmlformats.org/drawingml/2006/main" r:embed="R54c61bceaa4547ba">
            <a:extLst>
              <a:ext uri="{96DAC541-7B7A-43D3-8B79-37D633B846F1}">
                <asvg:svgBlip xmlns:asvg="http://schemas.microsoft.com/office/drawing/2016/SVG/main" r:embed="R7430744ed5684293"/>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One speaker on stage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Text Placeholder 33">
            <a:extLst xmlns:a="http://schemas.openxmlformats.org/drawingml/2006/main">
              <a:ext uri="{FF2B5EF4-FFF2-40B4-BE49-F238E27FC236}">
                <a16:creationId xmlns:a16="http://schemas.microsoft.com/office/drawing/2014/main" id="{23FEB0B4-B182-7549-DC07-DDA74F8C8764}"/>
              </a:ext>
            </a:extLst>
          </p:cNvPr>
          <p:cNvSpPr>
            <a:spLocks xmlns:a="http://schemas.openxmlformats.org/drawingml/2006/main" noGrp="1"/>
          </p:cNvSpPr>
          <p:nvPr>
            <p:ph type="body" idx="13" hasCustomPrompt="1"/>
          </p:nvPr>
        </p:nvSpPr>
        <p:spPr>
          <a:xfrm xmlns:a="http://schemas.openxmlformats.org/drawingml/2006/main">
            <a:off x="3810000" y="2720621"/>
            <a:ext cx="4572000" cy="640073"/>
          </a:xfrm>
        </p:spPr>
        <p:txBody>
          <a:bodyPr xmlns:a="http://schemas.openxmlformats.org/drawingml/2006/main" vert="horz" lIns="0" tIns="0" rIns="0" bIns="0" anchor="b">
            <a:noAutofit/>
          </a:bodyPr>
          <a:lstStyle xmlns:a="http://schemas.openxmlformats.org/drawingml/2006/main">
            <a:lvl1pPr algn="ctr">
              <a:lnSpc>
                <a:spcPct val="100000"/>
              </a:lnSpc>
              <a:buNone/>
              <a:defRPr sz="28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 name="Text Placeholder 33">
            <a:extLst xmlns:a="http://schemas.openxmlformats.org/drawingml/2006/main">
              <a:ext uri="{FF2B5EF4-FFF2-40B4-BE49-F238E27FC236}">
                <a16:creationId xmlns:a16="http://schemas.microsoft.com/office/drawing/2014/main" id="{580B83F2-896B-0C6B-B807-89AAAC67626C}"/>
              </a:ext>
            </a:extLst>
          </p:cNvPr>
          <p:cNvSpPr>
            <a:spLocks xmlns:a="http://schemas.openxmlformats.org/drawingml/2006/main" noGrp="1"/>
          </p:cNvSpPr>
          <p:nvPr>
            <p:ph type="body" idx="14" hasCustomPrompt="1"/>
          </p:nvPr>
        </p:nvSpPr>
        <p:spPr>
          <a:xfrm xmlns:a="http://schemas.openxmlformats.org/drawingml/2006/main">
            <a:off x="3810000" y="3359674"/>
            <a:ext cx="4572000" cy="640073"/>
          </a:xfrm>
        </p:spPr>
        <p:txBody>
          <a:bodyPr xmlns:a="http://schemas.openxmlformats.org/drawingml/2006/main" vert="horz" lIns="0" tIns="0" rIns="0" bIns="0" anchor="t">
            <a:noAutofit/>
          </a:bodyPr>
          <a:lstStyle xmlns:a="http://schemas.openxmlformats.org/drawingml/2006/main">
            <a:lvl1pPr algn="ctr">
              <a:lnSpc>
                <a:spcPct val="100000"/>
              </a:lnSpc>
              <a:buNone/>
              <a:defRPr sz="2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Tree>
  </p:cSld>
</p:sldLayout>
</file>

<file path=ppt/slideLayouts/slideLayout41.xml><?xml version="1.0" encoding="utf-8"?>
<p:sldLayout xmlns:p="http://schemas.openxmlformats.org/presentationml/2006/main" preserve="1" userDrawn="1">
  <p:cSld name="Speaker_2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Two speakers on stage</a:t>
            </a:r>
          </a:p>
        </p:txBody>
      </p:sp>
      <p:pic>
        <p:nvPicPr>
          <p:cNvPr id="16" name="Graphic 2"/>
          <p:cNvPicPr>
            <a:picLocks xmlns:a="http://schemas.openxmlformats.org/drawingml/2006/main" noChangeAspect="1"/>
          </p:cNvPicPr>
          <p:nvPr/>
        </p:nvPicPr>
        <p:blipFill>
          <a:blip xmlns:r="http://schemas.openxmlformats.org/officeDocument/2006/relationships" xmlns:a="http://schemas.openxmlformats.org/drawingml/2006/main" r:embed="R616a80d282d54da9">
            <a:extLst>
              <a:ext uri="{96DAC541-7B7A-43D3-8B79-37D633B846F1}">
                <asvg:svgBlip xmlns:asvg="http://schemas.microsoft.com/office/drawing/2016/SVG/main" r:embed="Rd5c3047e35104b4d"/>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6" name="Text Placeholder 33">
            <a:extLst xmlns:a="http://schemas.openxmlformats.org/drawingml/2006/main">
              <a:ext uri="{FF2B5EF4-FFF2-40B4-BE49-F238E27FC236}">
                <a16:creationId xmlns:a16="http://schemas.microsoft.com/office/drawing/2014/main" id="{B08936F9-0286-6F6F-D932-A07929F397D4}"/>
              </a:ext>
            </a:extLst>
          </p:cNvPr>
          <p:cNvSpPr>
            <a:spLocks xmlns:a="http://schemas.openxmlformats.org/drawingml/2006/main" noGrp="1"/>
          </p:cNvSpPr>
          <p:nvPr>
            <p:ph type="body" idx="13" hasCustomPrompt="1"/>
          </p:nvPr>
        </p:nvSpPr>
        <p:spPr>
          <a:xfrm xmlns:a="http://schemas.openxmlformats.org/drawingml/2006/main">
            <a:off x="807676" y="1937607"/>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0715FEE8-35E5-A66D-91EB-17A751EFD8E6}"/>
              </a:ext>
            </a:extLst>
          </p:cNvPr>
          <p:cNvSpPr>
            <a:spLocks xmlns:a="http://schemas.openxmlformats.org/drawingml/2006/main" noGrp="1"/>
          </p:cNvSpPr>
          <p:nvPr>
            <p:ph type="body" idx="14" hasCustomPrompt="1"/>
          </p:nvPr>
        </p:nvSpPr>
        <p:spPr>
          <a:xfrm xmlns:a="http://schemas.openxmlformats.org/drawingml/2006/main">
            <a:off x="807676" y="2576660"/>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Text Placeholder 33">
            <a:extLst xmlns:a="http://schemas.openxmlformats.org/drawingml/2006/main">
              <a:ext uri="{FF2B5EF4-FFF2-40B4-BE49-F238E27FC236}">
                <a16:creationId xmlns:a16="http://schemas.microsoft.com/office/drawing/2014/main" id="{A476E992-5CB8-77CD-3D59-FC21C7FE9867}"/>
              </a:ext>
            </a:extLst>
          </p:cNvPr>
          <p:cNvSpPr>
            <a:spLocks xmlns:a="http://schemas.openxmlformats.org/drawingml/2006/main" noGrp="1"/>
          </p:cNvSpPr>
          <p:nvPr>
            <p:ph type="body" idx="19" hasCustomPrompt="1"/>
          </p:nvPr>
        </p:nvSpPr>
        <p:spPr>
          <a:xfrm xmlns:a="http://schemas.openxmlformats.org/drawingml/2006/main">
            <a:off x="792538" y="3429000"/>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A493C7D7-4F9B-DA7C-D7EB-59661A8EBDF7}"/>
              </a:ext>
            </a:extLst>
          </p:cNvPr>
          <p:cNvSpPr>
            <a:spLocks xmlns:a="http://schemas.openxmlformats.org/drawingml/2006/main" noGrp="1"/>
          </p:cNvSpPr>
          <p:nvPr>
            <p:ph type="body" idx="20" hasCustomPrompt="1"/>
          </p:nvPr>
        </p:nvSpPr>
        <p:spPr>
          <a:xfrm xmlns:a="http://schemas.openxmlformats.org/drawingml/2006/main">
            <a:off x="792538" y="4068053"/>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42.xml><?xml version="1.0" encoding="utf-8"?>
<p:sldLayout xmlns:p="http://schemas.openxmlformats.org/presentationml/2006/main" preserve="1" userDrawn="1">
  <p:cSld name="Speaker_3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Three speakers on stage</a:t>
            </a:r>
          </a:p>
        </p:txBody>
      </p:sp>
      <p:pic>
        <p:nvPicPr>
          <p:cNvPr id="19" name="Graphic 2"/>
          <p:cNvPicPr>
            <a:picLocks xmlns:a="http://schemas.openxmlformats.org/drawingml/2006/main" noChangeAspect="1"/>
          </p:cNvPicPr>
          <p:nvPr/>
        </p:nvPicPr>
        <p:blipFill>
          <a:blip xmlns:r="http://schemas.openxmlformats.org/officeDocument/2006/relationships" xmlns:a="http://schemas.openxmlformats.org/drawingml/2006/main" r:embed="R6e66bb30cb124fc2">
            <a:extLst>
              <a:ext uri="{96DAC541-7B7A-43D3-8B79-37D633B846F1}">
                <asvg:svgBlip xmlns:asvg="http://schemas.microsoft.com/office/drawing/2016/SVG/main" r:embed="Rb7309b3eff7d4a63"/>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2" name="Text Placeholder 33">
            <a:extLst xmlns:a="http://schemas.openxmlformats.org/drawingml/2006/main">
              <a:ext uri="{FF2B5EF4-FFF2-40B4-BE49-F238E27FC236}">
                <a16:creationId xmlns:a16="http://schemas.microsoft.com/office/drawing/2014/main" id="{B9B847CE-1494-EB76-B9F7-38F201281C5C}"/>
              </a:ext>
            </a:extLst>
          </p:cNvPr>
          <p:cNvSpPr>
            <a:spLocks xmlns:a="http://schemas.openxmlformats.org/drawingml/2006/main" noGrp="1"/>
          </p:cNvSpPr>
          <p:nvPr>
            <p:ph type="body" idx="13" hasCustomPrompt="1"/>
          </p:nvPr>
        </p:nvSpPr>
        <p:spPr>
          <a:xfrm xmlns:a="http://schemas.openxmlformats.org/drawingml/2006/main">
            <a:off x="797773" y="132590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4" name="Text Placeholder 33">
            <a:extLst xmlns:a="http://schemas.openxmlformats.org/drawingml/2006/main">
              <a:ext uri="{FF2B5EF4-FFF2-40B4-BE49-F238E27FC236}">
                <a16:creationId xmlns:a16="http://schemas.microsoft.com/office/drawing/2014/main" id="{2CBD8601-0EE0-1C22-9AF2-15631BDB0B16}"/>
              </a:ext>
            </a:extLst>
          </p:cNvPr>
          <p:cNvSpPr>
            <a:spLocks xmlns:a="http://schemas.openxmlformats.org/drawingml/2006/main" noGrp="1"/>
          </p:cNvSpPr>
          <p:nvPr>
            <p:ph type="body" idx="14" hasCustomPrompt="1"/>
          </p:nvPr>
        </p:nvSpPr>
        <p:spPr>
          <a:xfrm xmlns:a="http://schemas.openxmlformats.org/drawingml/2006/main">
            <a:off x="797774" y="196495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Text Placeholder 33">
            <a:extLst xmlns:a="http://schemas.openxmlformats.org/drawingml/2006/main">
              <a:ext uri="{FF2B5EF4-FFF2-40B4-BE49-F238E27FC236}">
                <a16:creationId xmlns:a16="http://schemas.microsoft.com/office/drawing/2014/main" id="{0A0EB793-5D1B-7CAC-A983-72F74B5C0FB6}"/>
              </a:ext>
            </a:extLst>
          </p:cNvPr>
          <p:cNvSpPr>
            <a:spLocks xmlns:a="http://schemas.openxmlformats.org/drawingml/2006/main" noGrp="1"/>
          </p:cNvSpPr>
          <p:nvPr>
            <p:ph type="body" idx="28" hasCustomPrompt="1"/>
          </p:nvPr>
        </p:nvSpPr>
        <p:spPr>
          <a:xfrm xmlns:a="http://schemas.openxmlformats.org/drawingml/2006/main">
            <a:off x="792538" y="2792454"/>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ext Placeholder 33">
            <a:extLst xmlns:a="http://schemas.openxmlformats.org/drawingml/2006/main">
              <a:ext uri="{FF2B5EF4-FFF2-40B4-BE49-F238E27FC236}">
                <a16:creationId xmlns:a16="http://schemas.microsoft.com/office/drawing/2014/main" id="{C8830B92-077C-42C2-7CF4-32E57CCAA196}"/>
              </a:ext>
            </a:extLst>
          </p:cNvPr>
          <p:cNvSpPr>
            <a:spLocks xmlns:a="http://schemas.openxmlformats.org/drawingml/2006/main" noGrp="1"/>
          </p:cNvSpPr>
          <p:nvPr>
            <p:ph type="body" idx="29" hasCustomPrompt="1"/>
          </p:nvPr>
        </p:nvSpPr>
        <p:spPr>
          <a:xfrm xmlns:a="http://schemas.openxmlformats.org/drawingml/2006/main">
            <a:off x="792539" y="3431508"/>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Text Placeholder 33">
            <a:extLst xmlns:a="http://schemas.openxmlformats.org/drawingml/2006/main">
              <a:ext uri="{FF2B5EF4-FFF2-40B4-BE49-F238E27FC236}">
                <a16:creationId xmlns:a16="http://schemas.microsoft.com/office/drawing/2014/main" id="{283801B3-C270-4242-E8A4-95C95B9D6FBD}"/>
              </a:ext>
            </a:extLst>
          </p:cNvPr>
          <p:cNvSpPr>
            <a:spLocks xmlns:a="http://schemas.openxmlformats.org/drawingml/2006/main" noGrp="1"/>
          </p:cNvSpPr>
          <p:nvPr>
            <p:ph type="body" idx="30" hasCustomPrompt="1"/>
          </p:nvPr>
        </p:nvSpPr>
        <p:spPr>
          <a:xfrm xmlns:a="http://schemas.openxmlformats.org/drawingml/2006/main">
            <a:off x="795484" y="431229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6" name="Text Placeholder 33">
            <a:extLst xmlns:a="http://schemas.openxmlformats.org/drawingml/2006/main">
              <a:ext uri="{FF2B5EF4-FFF2-40B4-BE49-F238E27FC236}">
                <a16:creationId xmlns:a16="http://schemas.microsoft.com/office/drawing/2014/main" id="{BF454C50-6F7C-4662-4836-A1158EEF6D4C}"/>
              </a:ext>
            </a:extLst>
          </p:cNvPr>
          <p:cNvSpPr>
            <a:spLocks xmlns:a="http://schemas.openxmlformats.org/drawingml/2006/main" noGrp="1"/>
          </p:cNvSpPr>
          <p:nvPr>
            <p:ph type="body" idx="31" hasCustomPrompt="1"/>
          </p:nvPr>
        </p:nvSpPr>
        <p:spPr>
          <a:xfrm xmlns:a="http://schemas.openxmlformats.org/drawingml/2006/main">
            <a:off x="795485" y="495134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43.xml><?xml version="1.0" encoding="utf-8"?>
<p:sldLayout xmlns:p="http://schemas.openxmlformats.org/presentationml/2006/main" preserve="1" userDrawn="1">
  <p:cSld name="Speaker_4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Four speakers on stage</a:t>
            </a:r>
          </a:p>
        </p:txBody>
      </p:sp>
      <p:pic>
        <p:nvPicPr>
          <p:cNvPr id="23" name="Graphic 2"/>
          <p:cNvPicPr>
            <a:picLocks xmlns:a="http://schemas.openxmlformats.org/drawingml/2006/main" noChangeAspect="1"/>
          </p:cNvPicPr>
          <p:nvPr/>
        </p:nvPicPr>
        <p:blipFill>
          <a:blip xmlns:r="http://schemas.openxmlformats.org/officeDocument/2006/relationships" xmlns:a="http://schemas.openxmlformats.org/drawingml/2006/main" r:embed="Rdde7e66e8e6a4a17">
            <a:extLst>
              <a:ext uri="{96DAC541-7B7A-43D3-8B79-37D633B846F1}">
                <asvg:svgBlip xmlns:asvg="http://schemas.microsoft.com/office/drawing/2016/SVG/main" r:embed="R775801ff35334b26"/>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6" name="Text Placeholder 33">
            <a:extLst xmlns:a="http://schemas.openxmlformats.org/drawingml/2006/main">
              <a:ext uri="{FF2B5EF4-FFF2-40B4-BE49-F238E27FC236}">
                <a16:creationId xmlns:a16="http://schemas.microsoft.com/office/drawing/2014/main" id="{F9F38D12-CAEB-FD20-511D-40562DCAA1EA}"/>
              </a:ext>
            </a:extLst>
          </p:cNvPr>
          <p:cNvSpPr>
            <a:spLocks xmlns:a="http://schemas.openxmlformats.org/drawingml/2006/main" noGrp="1"/>
          </p:cNvSpPr>
          <p:nvPr>
            <p:ph type="body" idx="13" hasCustomPrompt="1"/>
          </p:nvPr>
        </p:nvSpPr>
        <p:spPr>
          <a:xfrm xmlns:a="http://schemas.openxmlformats.org/drawingml/2006/main">
            <a:off x="784794" y="2108629"/>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A141B714-1A78-6D82-F378-939B470D8736}"/>
              </a:ext>
            </a:extLst>
          </p:cNvPr>
          <p:cNvSpPr>
            <a:spLocks xmlns:a="http://schemas.openxmlformats.org/drawingml/2006/main" noGrp="1"/>
          </p:cNvSpPr>
          <p:nvPr>
            <p:ph type="body" idx="14" hasCustomPrompt="1"/>
          </p:nvPr>
        </p:nvSpPr>
        <p:spPr>
          <a:xfrm xmlns:a="http://schemas.openxmlformats.org/drawingml/2006/main">
            <a:off x="784795" y="2747683"/>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2" name="Text Placeholder 33">
            <a:extLst xmlns:a="http://schemas.openxmlformats.org/drawingml/2006/main">
              <a:ext uri="{FF2B5EF4-FFF2-40B4-BE49-F238E27FC236}">
                <a16:creationId xmlns:a16="http://schemas.microsoft.com/office/drawing/2014/main" id="{B1EDA4C5-F281-1193-82E6-0BFE5AE994AE}"/>
              </a:ext>
            </a:extLst>
          </p:cNvPr>
          <p:cNvSpPr>
            <a:spLocks xmlns:a="http://schemas.openxmlformats.org/drawingml/2006/main" noGrp="1"/>
          </p:cNvSpPr>
          <p:nvPr>
            <p:ph type="body" idx="35" hasCustomPrompt="1"/>
          </p:nvPr>
        </p:nvSpPr>
        <p:spPr>
          <a:xfrm xmlns:a="http://schemas.openxmlformats.org/drawingml/2006/main">
            <a:off x="784795" y="3484327"/>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F247EF2C-2986-0D95-AC50-EE6C68BB5CE4}"/>
              </a:ext>
            </a:extLst>
          </p:cNvPr>
          <p:cNvSpPr>
            <a:spLocks xmlns:a="http://schemas.openxmlformats.org/drawingml/2006/main" noGrp="1"/>
          </p:cNvSpPr>
          <p:nvPr>
            <p:ph type="body" idx="36" hasCustomPrompt="1"/>
          </p:nvPr>
        </p:nvSpPr>
        <p:spPr>
          <a:xfrm xmlns:a="http://schemas.openxmlformats.org/drawingml/2006/main">
            <a:off x="784796" y="4123381"/>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7" name="Text Placeholder 33">
            <a:extLst xmlns:a="http://schemas.openxmlformats.org/drawingml/2006/main">
              <a:ext uri="{FF2B5EF4-FFF2-40B4-BE49-F238E27FC236}">
                <a16:creationId xmlns:a16="http://schemas.microsoft.com/office/drawing/2014/main" id="{0B404AA4-79A5-18F0-CE9F-3921A0925B1E}"/>
              </a:ext>
            </a:extLst>
          </p:cNvPr>
          <p:cNvSpPr>
            <a:spLocks xmlns:a="http://schemas.openxmlformats.org/drawingml/2006/main" noGrp="1"/>
          </p:cNvSpPr>
          <p:nvPr>
            <p:ph type="body" idx="37" hasCustomPrompt="1"/>
          </p:nvPr>
        </p:nvSpPr>
        <p:spPr>
          <a:xfrm xmlns:a="http://schemas.openxmlformats.org/drawingml/2006/main">
            <a:off x="5806438" y="2130723"/>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8" name="Text Placeholder 33">
            <a:extLst xmlns:a="http://schemas.openxmlformats.org/drawingml/2006/main">
              <a:ext uri="{FF2B5EF4-FFF2-40B4-BE49-F238E27FC236}">
                <a16:creationId xmlns:a16="http://schemas.microsoft.com/office/drawing/2014/main" id="{097CCA77-6454-4A36-DDFB-A9DE63B5C7E2}"/>
              </a:ext>
            </a:extLst>
          </p:cNvPr>
          <p:cNvSpPr>
            <a:spLocks xmlns:a="http://schemas.openxmlformats.org/drawingml/2006/main" noGrp="1"/>
          </p:cNvSpPr>
          <p:nvPr>
            <p:ph type="body" idx="38" hasCustomPrompt="1"/>
          </p:nvPr>
        </p:nvSpPr>
        <p:spPr>
          <a:xfrm xmlns:a="http://schemas.openxmlformats.org/drawingml/2006/main">
            <a:off x="5806439" y="2769777"/>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9" name="Text Placeholder 33">
            <a:extLst xmlns:a="http://schemas.openxmlformats.org/drawingml/2006/main">
              <a:ext uri="{FF2B5EF4-FFF2-40B4-BE49-F238E27FC236}">
                <a16:creationId xmlns:a16="http://schemas.microsoft.com/office/drawing/2014/main" id="{644A9E89-1875-451D-C69D-99660290007D}"/>
              </a:ext>
            </a:extLst>
          </p:cNvPr>
          <p:cNvSpPr>
            <a:spLocks xmlns:a="http://schemas.openxmlformats.org/drawingml/2006/main" noGrp="1"/>
          </p:cNvSpPr>
          <p:nvPr>
            <p:ph type="body" idx="39" hasCustomPrompt="1"/>
          </p:nvPr>
        </p:nvSpPr>
        <p:spPr>
          <a:xfrm xmlns:a="http://schemas.openxmlformats.org/drawingml/2006/main">
            <a:off x="5806439" y="3506421"/>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0" name="Text Placeholder 33">
            <a:extLst xmlns:a="http://schemas.openxmlformats.org/drawingml/2006/main">
              <a:ext uri="{FF2B5EF4-FFF2-40B4-BE49-F238E27FC236}">
                <a16:creationId xmlns:a16="http://schemas.microsoft.com/office/drawing/2014/main" id="{EC89510A-FA47-936C-E9A3-AD214B164A82}"/>
              </a:ext>
            </a:extLst>
          </p:cNvPr>
          <p:cNvSpPr>
            <a:spLocks xmlns:a="http://schemas.openxmlformats.org/drawingml/2006/main" noGrp="1"/>
          </p:cNvSpPr>
          <p:nvPr>
            <p:ph type="body" idx="40" hasCustomPrompt="1"/>
          </p:nvPr>
        </p:nvSpPr>
        <p:spPr>
          <a:xfrm xmlns:a="http://schemas.openxmlformats.org/drawingml/2006/main">
            <a:off x="5806440" y="4145475"/>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Tree>
  </p:cSld>
</p:sldLayout>
</file>

<file path=ppt/slideLayouts/slideLayout44.xml><?xml version="1.0" encoding="utf-8"?>
<p:sldLayout xmlns:p="http://schemas.openxmlformats.org/presentationml/2006/main" preserve="1" userDrawn="1">
  <p:cSld name="Dark - Agenda">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d2661f09d2ab41fb">
            <a:extLst>
              <a:ext uri="{96DAC541-7B7A-43D3-8B79-37D633B846F1}">
                <asvg:svgBlip xmlns:asvg="http://schemas.microsoft.com/office/drawing/2016/SVG/main" r:embed="R01031a7afae442c9"/>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5.xml><?xml version="1.0" encoding="utf-8"?>
<p:sldLayout xmlns:p="http://schemas.openxmlformats.org/presentationml/2006/main" preserve="1" userDrawn="1">
  <p:cSld name="Light - Agenda">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0369524d162640c9">
            <a:extLst>
              <a:ext uri="{96DAC541-7B7A-43D3-8B79-37D633B846F1}">
                <asvg:svgBlip xmlns:asvg="http://schemas.microsoft.com/office/drawing/2016/SVG/main" r:embed="R5167ef88f49e4770"/>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6.xml><?xml version="1.0" encoding="utf-8"?>
<p:sldLayout xmlns:p="http://schemas.openxmlformats.org/presentationml/2006/main" preserve="1" userDrawn="1">
  <p:cSld name="Dark - Agenda Table">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09c9309c9ca44478">
            <a:extLst>
              <a:ext uri="{96DAC541-7B7A-43D3-8B79-37D633B846F1}">
                <asvg:svgBlip xmlns:asvg="http://schemas.microsoft.com/office/drawing/2016/SVG/main" r:embed="R65dd181bbb3a49da"/>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7.xml><?xml version="1.0" encoding="utf-8"?>
<p:sldLayout xmlns:p="http://schemas.openxmlformats.org/presentationml/2006/main" preserve="1" userDrawn="1">
  <p:cSld name="Light - Agenda Tab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01aaf232a04040d0">
            <a:extLst>
              <a:ext uri="{96DAC541-7B7A-43D3-8B79-37D633B846F1}">
                <asvg:svgBlip xmlns:asvg="http://schemas.microsoft.com/office/drawing/2016/SVG/main" r:embed="R5d8c25a882604fd1"/>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8.xml><?xml version="1.0" encoding="utf-8"?>
<p:sldLayout xmlns:p="http://schemas.openxmlformats.org/presentationml/2006/main" preserve="1" userDrawn="1">
  <p:cSld name="Multi Statement – Dark">
    <p:bg>
      <p:bgPr>
        <a:solidFill xmlns:a="http://schemas.openxmlformats.org/drawingml/2006/main">
          <a:schemeClr val="bg2"/>
        </a:solidFill>
      </p:bgPr>
    </p:bg>
    <p:spTree>
      <p:nvGrpSpPr>
        <p:cNvPr id="1" name=""/>
        <p:cNvGrpSpPr/>
        <p:nvPr/>
      </p:nvGrpSpPr>
      <p:grpSpPr>
        <a:xfrm xmlns:a="http://schemas.openxmlformats.org/drawingml/2006/main"/>
      </p:grpSpPr>
      <p:pic>
        <p:nvPicPr>
          <p:cNvPr id="29" name="Graphic 2"/>
          <p:cNvPicPr>
            <a:picLocks xmlns:a="http://schemas.openxmlformats.org/drawingml/2006/main" noChangeAspect="1"/>
          </p:cNvPicPr>
          <p:nvPr/>
        </p:nvPicPr>
        <p:blipFill>
          <a:blip xmlns:r="http://schemas.openxmlformats.org/officeDocument/2006/relationships" xmlns:a="http://schemas.openxmlformats.org/drawingml/2006/main" r:embed="R2940329eb7e04833">
            <a:extLst>
              <a:ext uri="{96DAC541-7B7A-43D3-8B79-37D633B846F1}">
                <asvg:svgBlip xmlns:asvg="http://schemas.microsoft.com/office/drawing/2016/SVG/main" r:embed="R1e0385744799473d"/>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9" name="Date Placeholder 4">
            <a:extLst xmlns:a="http://schemas.openxmlformats.org/drawingml/2006/main">
              <a:ext uri="{FF2B5EF4-FFF2-40B4-BE49-F238E27FC236}">
                <a16:creationId xmlns:a16="http://schemas.microsoft.com/office/drawing/2014/main" id="{22E0D5EC-D2F7-32C7-0542-FE33CC5E7C6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6" name="Text Placeholder 2">
            <a:extLst xmlns:a="http://schemas.openxmlformats.org/drawingml/2006/main">
              <a:ext uri="{FF2B5EF4-FFF2-40B4-BE49-F238E27FC236}">
                <a16:creationId xmlns:a16="http://schemas.microsoft.com/office/drawing/2014/main" id="{E4DCF24B-59BC-04B0-B557-EEF59BF81E12}"/>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0" name="Text Placeholder 4">
            <a:extLst xmlns:a="http://schemas.openxmlformats.org/drawingml/2006/main">
              <a:ext uri="{FF2B5EF4-FFF2-40B4-BE49-F238E27FC236}">
                <a16:creationId xmlns:a16="http://schemas.microsoft.com/office/drawing/2014/main" id="{44B2EADF-9C30-D624-9DFD-FDBFF41F8B1B}"/>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1" name="Text Placeholder 7">
            <a:extLst xmlns:a="http://schemas.openxmlformats.org/drawingml/2006/main">
              <a:ext uri="{FF2B5EF4-FFF2-40B4-BE49-F238E27FC236}">
                <a16:creationId xmlns:a16="http://schemas.microsoft.com/office/drawing/2014/main" id="{E7E762A4-B873-A5F3-276F-B1A4DD5DC4A0}"/>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2" name="Slide Number Placeholder 7">
            <a:extLst xmlns:a="http://schemas.openxmlformats.org/drawingml/2006/main">
              <a:ext uri="{FF2B5EF4-FFF2-40B4-BE49-F238E27FC236}">
                <a16:creationId xmlns:a16="http://schemas.microsoft.com/office/drawing/2014/main" id="{7987ACB5-95D6-365C-795A-D276B2B66E15}"/>
              </a:ext>
            </a:extLst>
          </p:cNvPr>
          <p:cNvSpPr>
            <a:spLocks xmlns:a="http://schemas.openxmlformats.org/drawingml/2006/main" noGrp="1"/>
          </p:cNvSpPr>
          <p:nvPr>
            <p:ph type="sldNum" idx="2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2CDB5C85-6ACF-BB32-518A-0AE8B7DD3CE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pic>
        <p:nvPicPr>
          <p:cNvPr id="36" name="OTag"/>
          <p:cNvPicPr>
            <a:picLocks xmlns:a="http://schemas.openxmlformats.org/drawingml/2006/main" noChangeAspect="1"/>
          </p:cNvPicPr>
          <p:nvPr/>
        </p:nvPicPr>
        <p:blipFill>
          <a:blip xmlns:r="http://schemas.openxmlformats.org/officeDocument/2006/relationships" xmlns:a="http://schemas.openxmlformats.org/drawingml/2006/main" r:embed="R14966420111a4813"/>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6" name="Freeform 25">
            <a:extLst xmlns:a="http://schemas.openxmlformats.org/drawingml/2006/main">
              <a:ext uri="{FF2B5EF4-FFF2-40B4-BE49-F238E27FC236}">
                <a16:creationId xmlns:a16="http://schemas.microsoft.com/office/drawing/2014/main" id="{2ECFE8BC-FBC3-206E-F574-E904CA38AAAE}"/>
              </a:ext>
            </a:extLst>
          </p:cNvPr>
          <p:cNvSpPr>
            <a:spLocks xmlns:a="http://schemas.openxmlformats.org/drawingml/2006/main" noGrp="1"/>
          </p:cNvSpPr>
          <p:nvPr/>
        </p:nvSpPr>
        <p:spPr>
          <a:xfrm xmlns:a="http://schemas.openxmlformats.org/drawingml/2006/main">
            <a:off x="11405616" y="6857748"/>
            <a:ext cx="393192" cy="253"/>
          </a:xfrm>
          <a:custGeom xmlns:a="http://schemas.openxmlformats.org/drawingml/2006/main">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rect l="l" t="t" r="r" b="b"/>
            <a:pathLst>
              <a:path w="393192" h="253">
                <a:moveTo>
                  <a:pt x="0" y="0"/>
                </a:moveTo>
                <a:lnTo>
                  <a:pt x="393192" y="0"/>
                </a:lnTo>
                <a:lnTo>
                  <a:pt x="393192" y="253"/>
                </a:lnTo>
                <a:lnTo>
                  <a:pt x="0" y="253"/>
                </a:lnTo>
                <a:lnTo>
                  <a:pt x="0" y="0"/>
                </a:ln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49.xml><?xml version="1.0" encoding="utf-8"?>
<p:sldLayout xmlns:p="http://schemas.openxmlformats.org/presentationml/2006/main" preserve="1" userDrawn="1">
  <p:cSld name="Multi Statement – Light">
    <p:bg>
      <p:bgPr>
        <a:solidFill xmlns:a="http://schemas.openxmlformats.org/drawingml/2006/main">
          <a:schemeClr val="bg2"/>
        </a:solidFill>
      </p:bgPr>
    </p:bg>
    <p:spTree>
      <p:nvGrpSpPr>
        <p:cNvPr id="1" name=""/>
        <p:cNvGrpSpPr/>
        <p:nvPr/>
      </p:nvGrpSpPr>
      <p:grpSpPr>
        <a:xfrm xmlns:a="http://schemas.openxmlformats.org/drawingml/2006/main"/>
      </p:grpSpPr>
      <p:pic>
        <p:nvPicPr>
          <p:cNvPr id="11" name="Graphic 9"/>
          <p:cNvPicPr>
            <a:picLocks xmlns:a="http://schemas.openxmlformats.org/drawingml/2006/main" noChangeAspect="1"/>
          </p:cNvPicPr>
          <p:nvPr/>
        </p:nvPicPr>
        <p:blipFill>
          <a:blip xmlns:r="http://schemas.openxmlformats.org/officeDocument/2006/relationships" xmlns:a="http://schemas.openxmlformats.org/drawingml/2006/main" r:embed="R5008d6cb6f5a401b">
            <a:extLst>
              <a:ext uri="{96DAC541-7B7A-43D3-8B79-37D633B846F1}">
                <asvg:svgBlip xmlns:asvg="http://schemas.microsoft.com/office/drawing/2016/SVG/main" r:embed="R3ff92efda5d54dcc"/>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8" name="Date Placeholder 3">
            <a:extLst xmlns:a="http://schemas.openxmlformats.org/drawingml/2006/main">
              <a:ext uri="{FF2B5EF4-FFF2-40B4-BE49-F238E27FC236}">
                <a16:creationId xmlns:a16="http://schemas.microsoft.com/office/drawing/2014/main" id="{B215CC06-6A9B-37FA-76CA-2CC091DA648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3" name="Slide Number Placeholder 5">
            <a:extLst xmlns:a="http://schemas.openxmlformats.org/drawingml/2006/main">
              <a:ext uri="{FF2B5EF4-FFF2-40B4-BE49-F238E27FC236}">
                <a16:creationId xmlns:a16="http://schemas.microsoft.com/office/drawing/2014/main" id="{4CB7A4E7-BA75-2474-D545-863B866F6A2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5C0E802C-9235-4781-9E8F-2C922A88134B}"/>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2" name="Text Placeholder 2">
            <a:extLst xmlns:a="http://schemas.openxmlformats.org/drawingml/2006/main">
              <a:ext uri="{FF2B5EF4-FFF2-40B4-BE49-F238E27FC236}">
                <a16:creationId xmlns:a16="http://schemas.microsoft.com/office/drawing/2014/main" id="{BC4944C4-BCA7-F523-CDDB-B2F7B43789BD}"/>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7" name="Text Placeholder 4">
            <a:extLst xmlns:a="http://schemas.openxmlformats.org/drawingml/2006/main">
              <a:ext uri="{FF2B5EF4-FFF2-40B4-BE49-F238E27FC236}">
                <a16:creationId xmlns:a16="http://schemas.microsoft.com/office/drawing/2014/main" id="{D42F262B-FAC2-7DDF-70B7-0EBEADDA66A9}"/>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9" name="Text Placeholder 7">
            <a:extLst xmlns:a="http://schemas.openxmlformats.org/drawingml/2006/main">
              <a:ext uri="{FF2B5EF4-FFF2-40B4-BE49-F238E27FC236}">
                <a16:creationId xmlns:a16="http://schemas.microsoft.com/office/drawing/2014/main" id="{90E686AD-7CAC-8695-D0AC-A474A9002ACB}"/>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Tree>
  </p:cSld>
</p:sldLayout>
</file>

<file path=ppt/slideLayouts/slideLayout50.xml><?xml version="1.0" encoding="utf-8"?>
<p:sldLayout xmlns:p="http://schemas.openxmlformats.org/presentationml/2006/main" preserve="1" userDrawn="1">
  <p:cSld name="Speaker_1">
    <p:bg>
      <p:bgRef idx="1001">
        <a:schemeClr xmlns:a="http://schemas.openxmlformats.org/drawingml/2006/main" val="bg2"/>
      </p:bgRef>
    </p:bg>
    <p:spTree>
      <p:nvGrpSpPr>
        <p:cNvPr id="1" name=""/>
        <p:cNvGrpSpPr/>
        <p:nvPr/>
      </p:nvGrpSpPr>
      <p:grpSpPr>
        <a:xfrm xmlns:a="http://schemas.openxmlformats.org/drawingml/2006/main"/>
      </p:grpSpPr>
      <p:pic>
        <p:nvPicPr>
          <p:cNvPr id="40" name="Graphic 5"/>
          <p:cNvPicPr>
            <a:picLocks xmlns:a="http://schemas.openxmlformats.org/drawingml/2006/main" noChangeAspect="1"/>
          </p:cNvPicPr>
          <p:nvPr/>
        </p:nvPicPr>
        <p:blipFill>
          <a:blip xmlns:r="http://schemas.openxmlformats.org/officeDocument/2006/relationships" xmlns:a="http://schemas.openxmlformats.org/drawingml/2006/main" r:embed="R22fd7f87105b49c4">
            <a:extLst>
              <a:ext uri="{96DAC541-7B7A-43D3-8B79-37D633B846F1}">
                <asvg:svgBlip xmlns:asvg="http://schemas.microsoft.com/office/drawing/2016/SVG/main" r:embed="R0ef64f5ea3024097"/>
              </a:ext>
            </a:extLst>
          </a:blip>
          <a:srcRect xmlns:a="http://schemas.openxmlformats.org/drawingml/2006/main" l="42612" t="12210" r="14437" b="12837"/>
          <a:stretch xmlns:a="http://schemas.openxmlformats.org/drawingml/2006/main"/>
        </p:blipFill>
        <p:spPr>
          <a:xfrm xmlns:a="http://schemas.openxmlformats.org/drawingml/2006/main">
            <a:off x="6307189" y="868568"/>
            <a:ext cx="4093374" cy="410347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5F8DD237-1E40-4383-9C51-545B9C5DD604}"/>
              </a:ext>
            </a:extLst>
          </p:cNvPr>
          <p:cNvSpPr>
            <a:spLocks xmlns:a="http://schemas.openxmlformats.org/drawingml/2006/main" noGrp="1"/>
          </p:cNvSpPr>
          <p:nvPr>
            <p:ph type="title" idx="0" hasCustomPrompt="1"/>
          </p:nvPr>
        </p:nvSpPr>
        <p:spPr>
          <a:xfrm xmlns:a="http://schemas.openxmlformats.org/drawingml/2006/main">
            <a:off x="762000" y="1600200"/>
            <a:ext cx="3697357" cy="1320103"/>
          </a:xfrm>
        </p:spPr>
        <p:txBody>
          <a:bodyPr xmlns:a="http://schemas.openxmlformats.org/drawingml/2006/main" vert="horz" wrap="square" lIns="0" tIns="0" rIns="0" bIns="0" anchor="b">
            <a:normAutofit/>
          </a:bodyPr>
          <a:lstStyle xmlns:a="http://schemas.openxmlformats.org/drawingml/2006/main">
            <a:lvl1pPr>
              <a:buNone/>
              <a:defRPr sz="3200" b="1" i="0">
                <a:latin typeface="Oracle Sans Tab"/>
                <a:ea typeface="Oracle Sans Tab"/>
                <a:cs typeface="Oracle Sans Tab"/>
              </a:defRPr>
            </a:lvl1pPr>
          </a:lstStyle>
          <a:p xmlns:a="http://schemas.openxmlformats.org/drawingml/2006/main">
            <a:pPr marL="0" lvl="0">
              <a:lnSpc>
                <a:spcPct val="100000"/>
              </a:lnSpc>
              <a:buNone/>
            </a:pPr>
            <a:r>
              <a:t>Speaker</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730914" y="1325903"/>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730914" y="4847342"/>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730914" y="5211447"/>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372A12C9-976F-C50B-EE5B-FC3F2A92A43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6D5DD198-A04A-6BCB-84FC-559437A1F04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9D89F2E8-180E-4047-0986-0F230D404FF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51.xml><?xml version="1.0" encoding="utf-8"?>
<p:sldLayout xmlns:p="http://schemas.openxmlformats.org/presentationml/2006/main" preserve="1" userDrawn="1">
  <p:cSld name="Speaker_1-Profile">
    <p:bg>
      <p:bgPr>
        <a:solidFill xmlns:a="http://schemas.openxmlformats.org/drawingml/2006/main">
          <a:schemeClr val="bg2"/>
        </a:solidFill>
      </p:bgPr>
    </p:bg>
    <p:spTree>
      <p:nvGrpSpPr>
        <p:cNvPr id="1" name=""/>
        <p:cNvGrpSpPr/>
        <p:nvPr/>
      </p:nvGrpSpPr>
      <p:grpSpPr>
        <a:xfrm xmlns:a="http://schemas.openxmlformats.org/drawingml/2006/main"/>
      </p:grpSpPr>
      <p:pic>
        <p:nvPicPr>
          <p:cNvPr id="40" name="Graphic 6"/>
          <p:cNvPicPr>
            <a:picLocks xmlns:a="http://schemas.openxmlformats.org/drawingml/2006/main" noChangeAspect="1"/>
          </p:cNvPicPr>
          <p:nvPr/>
        </p:nvPicPr>
        <p:blipFill>
          <a:blip xmlns:r="http://schemas.openxmlformats.org/officeDocument/2006/relationships" xmlns:a="http://schemas.openxmlformats.org/drawingml/2006/main" r:embed="Ra983de82f1b44f97">
            <a:extLst>
              <a:ext uri="{96DAC541-7B7A-43D3-8B79-37D633B846F1}">
                <asvg:svgBlip xmlns:asvg="http://schemas.microsoft.com/office/drawing/2016/SVG/main" r:embed="Rb308c997b5894576"/>
              </a:ext>
            </a:extLst>
          </a:blip>
          <a:srcRect xmlns:a="http://schemas.openxmlformats.org/drawingml/2006/main" l="42612" t="12210" r="14437" b="12837"/>
          <a:stretch xmlns:a="http://schemas.openxmlformats.org/drawingml/2006/main"/>
        </p:blipFill>
        <p:spPr>
          <a:xfrm xmlns:a="http://schemas.openxmlformats.org/drawingml/2006/main">
            <a:off x="456701" y="1247933"/>
            <a:ext cx="3908153" cy="3917792"/>
          </a:xfrm>
          <a:prstGeom xmlns:a="http://schemas.openxmlformats.org/drawingml/2006/main" prst="rect">
            <a:avLst/>
          </a:prstGeom>
        </p:spPr>
      </p:pic>
      <p:sp>
        <p:nvSpPr>
          <p:cNvPr id="3" name="Title 3">
            <a:extLst xmlns:a="http://schemas.openxmlformats.org/drawingml/2006/main">
              <a:ext uri="{FF2B5EF4-FFF2-40B4-BE49-F238E27FC236}">
                <a16:creationId xmlns:a16="http://schemas.microsoft.com/office/drawing/2014/main" id="{7B692C7B-23D2-F815-AA7B-2A7E53056DF4}"/>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97039" y="1583270"/>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92538" y="5135879"/>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92538" y="5499984"/>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Content Placeholder 4">
            <a:extLst xmlns:a="http://schemas.openxmlformats.org/drawingml/2006/main">
              <a:ext uri="{FF2B5EF4-FFF2-40B4-BE49-F238E27FC236}">
                <a16:creationId xmlns:a16="http://schemas.microsoft.com/office/drawing/2014/main" id="{746E9417-F0B6-6477-88CA-D06650D0745B}"/>
              </a:ext>
            </a:extLst>
          </p:cNvPr>
          <p:cNvSpPr>
            <a:spLocks xmlns:a="http://schemas.openxmlformats.org/drawingml/2006/main" noGrp="1"/>
          </p:cNvSpPr>
          <p:nvPr>
            <p:ph idx="16"/>
          </p:nvPr>
        </p:nvSpPr>
        <p:spPr>
          <a:xfrm xmlns:a="http://schemas.openxmlformats.org/drawingml/2006/main">
            <a:off x="4541838" y="2514610"/>
            <a:ext cx="6907212" cy="2651115"/>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 name="Slide Number Placeholder 7">
            <a:extLst xmlns:a="http://schemas.openxmlformats.org/drawingml/2006/main">
              <a:ext uri="{FF2B5EF4-FFF2-40B4-BE49-F238E27FC236}">
                <a16:creationId xmlns:a16="http://schemas.microsoft.com/office/drawing/2014/main" id="{726CED8E-3269-CBEE-AC17-550ECD6FB69A}"/>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31110449-8712-D872-C8D5-93B229DFBFDE}"/>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6" name="Date Placeholder 4">
            <a:extLst xmlns:a="http://schemas.openxmlformats.org/drawingml/2006/main">
              <a:ext uri="{FF2B5EF4-FFF2-40B4-BE49-F238E27FC236}">
                <a16:creationId xmlns:a16="http://schemas.microsoft.com/office/drawing/2014/main" id="{EF4EF84C-2C31-7D08-88D6-853E01865AA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52.xml><?xml version="1.0" encoding="utf-8"?>
<p:sldLayout xmlns:p="http://schemas.openxmlformats.org/presentationml/2006/main" preserve="1" userDrawn="1">
  <p:cSld name="Speaker_2">
    <p:bg>
      <p:bgPr>
        <a:solidFill xmlns:a="http://schemas.openxmlformats.org/drawingml/2006/main">
          <a:schemeClr val="bg2"/>
        </a:solidFill>
      </p:bgPr>
    </p:bg>
    <p:spTree>
      <p:nvGrpSpPr>
        <p:cNvPr id="1" name=""/>
        <p:cNvGrpSpPr/>
        <p:nvPr/>
      </p:nvGrpSpPr>
      <p:grpSpPr>
        <a:xfrm xmlns:a="http://schemas.openxmlformats.org/drawingml/2006/main"/>
      </p:grpSpPr>
      <p:pic>
        <p:nvPicPr>
          <p:cNvPr id="41" name="Graphic 7"/>
          <p:cNvPicPr>
            <a:picLocks xmlns:a="http://schemas.openxmlformats.org/drawingml/2006/main" noChangeAspect="1"/>
          </p:cNvPicPr>
          <p:nvPr/>
        </p:nvPicPr>
        <p:blipFill>
          <a:blip xmlns:r="http://schemas.openxmlformats.org/officeDocument/2006/relationships" xmlns:a="http://schemas.openxmlformats.org/drawingml/2006/main" r:embed="R061f11cb70d74b19">
            <a:extLst>
              <a:ext uri="{96DAC541-7B7A-43D3-8B79-37D633B846F1}">
                <asvg:svgBlip xmlns:asvg="http://schemas.microsoft.com/office/drawing/2016/SVG/main" r:embed="R0f083412046b413d"/>
              </a:ext>
            </a:extLst>
          </a:blip>
          <a:srcRect xmlns:a="http://schemas.openxmlformats.org/drawingml/2006/main" l="42612" t="12210" r="14437" b="12837"/>
          <a:stretch xmlns:a="http://schemas.openxmlformats.org/drawingml/2006/main"/>
        </p:blipFill>
        <p:spPr>
          <a:xfrm xmlns:a="http://schemas.openxmlformats.org/drawingml/2006/main">
            <a:off x="7734150" y="1182539"/>
            <a:ext cx="3567993" cy="357679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1D55E47-4DBE-46C5-AA1D-6AC25D117460}"/>
              </a:ext>
            </a:extLst>
          </p:cNvPr>
          <p:cNvSpPr>
            <a:spLocks xmlns:a="http://schemas.openxmlformats.org/drawingml/2006/main" noGrp="1"/>
          </p:cNvSpPr>
          <p:nvPr>
            <p:ph type="title" idx="0" hasCustomPrompt="1"/>
          </p:nvPr>
        </p:nvSpPr>
        <p:spPr>
          <a:xfrm xmlns:a="http://schemas.openxmlformats.org/drawingml/2006/main">
            <a:off x="762000" y="1600200"/>
            <a:ext cx="25603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4446925" y="1548702"/>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4166157"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4166157"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7" name="Picture Placeholder 4">
            <a:extLst xmlns:a="http://schemas.openxmlformats.org/drawingml/2006/main">
              <a:ext uri="{FF2B5EF4-FFF2-40B4-BE49-F238E27FC236}">
                <a16:creationId xmlns:a16="http://schemas.microsoft.com/office/drawing/2014/main" id="{AD80FD35-1640-4598-BFDA-3E05A9FCEBBE}"/>
              </a:ext>
            </a:extLst>
          </p:cNvPr>
          <p:cNvSpPr>
            <a:spLocks xmlns:a="http://schemas.openxmlformats.org/drawingml/2006/main" noGrp="1"/>
          </p:cNvSpPr>
          <p:nvPr>
            <p:ph type="pic" idx="19"/>
          </p:nvPr>
        </p:nvSpPr>
        <p:spPr>
          <a:xfrm xmlns:a="http://schemas.openxmlformats.org/drawingml/2006/main">
            <a:off x="8157472" y="1599336"/>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21" name="Text Placeholder 33">
            <a:extLst xmlns:a="http://schemas.openxmlformats.org/drawingml/2006/main">
              <a:ext uri="{FF2B5EF4-FFF2-40B4-BE49-F238E27FC236}">
                <a16:creationId xmlns:a16="http://schemas.microsoft.com/office/drawing/2014/main" id="{AF0CFD6E-C443-4D08-B5C0-973C8F72617B}"/>
              </a:ext>
            </a:extLst>
          </p:cNvPr>
          <p:cNvSpPr>
            <a:spLocks xmlns:a="http://schemas.openxmlformats.org/drawingml/2006/main" noGrp="1"/>
          </p:cNvSpPr>
          <p:nvPr>
            <p:ph type="body" idx="20" hasCustomPrompt="1"/>
          </p:nvPr>
        </p:nvSpPr>
        <p:spPr>
          <a:xfrm xmlns:a="http://schemas.openxmlformats.org/drawingml/2006/main">
            <a:off x="7915156"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5" name="Text Placeholder 33">
            <a:extLst xmlns:a="http://schemas.openxmlformats.org/drawingml/2006/main">
              <a:ext uri="{FF2B5EF4-FFF2-40B4-BE49-F238E27FC236}">
                <a16:creationId xmlns:a16="http://schemas.microsoft.com/office/drawing/2014/main" id="{F3C3D640-B9ED-4162-9C4F-0F9F774E639B}"/>
              </a:ext>
            </a:extLst>
          </p:cNvPr>
          <p:cNvSpPr>
            <a:spLocks xmlns:a="http://schemas.openxmlformats.org/drawingml/2006/main" noGrp="1"/>
          </p:cNvSpPr>
          <p:nvPr>
            <p:ph type="body" idx="21" hasCustomPrompt="1"/>
          </p:nvPr>
        </p:nvSpPr>
        <p:spPr>
          <a:xfrm xmlns:a="http://schemas.openxmlformats.org/drawingml/2006/main">
            <a:off x="7915156"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90537780-8302-81C2-C045-4F2DEDF594EF}"/>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A92B0D41-4168-EC0C-ADF5-AC9E34B1653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D753EE4A-4B0D-E70D-3900-1851E13A291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endParaRPr/>
          </a:p>
        </p:txBody>
      </p:sp>
      <p:pic>
        <p:nvPicPr>
          <p:cNvPr id="52" name="Graphic 5"/>
          <p:cNvPicPr>
            <a:picLocks xmlns:a="http://schemas.openxmlformats.org/drawingml/2006/main" noChangeAspect="1"/>
          </p:cNvPicPr>
          <p:nvPr/>
        </p:nvPicPr>
        <p:blipFill>
          <a:blip xmlns:r="http://schemas.openxmlformats.org/officeDocument/2006/relationships" xmlns:a="http://schemas.openxmlformats.org/drawingml/2006/main" r:embed="R061f11cb70d74b19">
            <a:extLst>
              <a:ext uri="{96DAC541-7B7A-43D3-8B79-37D633B846F1}">
                <asvg:svgBlip xmlns:asvg="http://schemas.microsoft.com/office/drawing/2016/SVG/main" r:embed="R0f083412046b413d"/>
              </a:ext>
            </a:extLst>
          </a:blip>
          <a:srcRect xmlns:a="http://schemas.openxmlformats.org/drawingml/2006/main" l="42612" t="12210" r="14437" b="12837"/>
          <a:stretch xmlns:a="http://schemas.openxmlformats.org/drawingml/2006/main"/>
        </p:blipFill>
        <p:spPr>
          <a:xfrm xmlns:a="http://schemas.openxmlformats.org/drawingml/2006/main">
            <a:off x="4034529" y="1131906"/>
            <a:ext cx="3567993" cy="3576793"/>
          </a:xfrm>
          <a:prstGeom xmlns:a="http://schemas.openxmlformats.org/drawingml/2006/main" prst="rect">
            <a:avLst/>
          </a:prstGeom>
        </p:spPr>
      </p:pic>
    </p:spTree>
  </p:cSld>
</p:sldLayout>
</file>

<file path=ppt/slideLayouts/slideLayout53.xml><?xml version="1.0" encoding="utf-8"?>
<p:sldLayout xmlns:p="http://schemas.openxmlformats.org/presentationml/2006/main" preserve="1" userDrawn="1">
  <p:cSld name="Speaker_3">
    <p:bg>
      <p:bgPr>
        <a:solidFill xmlns:a="http://schemas.openxmlformats.org/drawingml/2006/main">
          <a:schemeClr val="bg2"/>
        </a:solidFill>
      </p:bgPr>
    </p:bg>
    <p:spTree>
      <p:nvGrpSpPr>
        <p:cNvPr id="1" name=""/>
        <p:cNvGrpSpPr/>
        <p:nvPr/>
      </p:nvGrpSpPr>
      <p:grpSpPr>
        <a:xfrm xmlns:a="http://schemas.openxmlformats.org/drawingml/2006/main"/>
      </p:grpSpPr>
      <p:sp>
        <p:nvSpPr>
          <p:cNvPr id="32" name="Title 1">
            <a:extLst xmlns:a="http://schemas.openxmlformats.org/drawingml/2006/main">
              <a:ext uri="{FF2B5EF4-FFF2-40B4-BE49-F238E27FC236}">
                <a16:creationId xmlns:a16="http://schemas.microsoft.com/office/drawing/2014/main" id="{F61107A6-7831-4EC7-8264-2809B94682DD}"/>
              </a:ext>
            </a:extLst>
          </p:cNvPr>
          <p:cNvSpPr>
            <a:spLocks xmlns:a="http://schemas.openxmlformats.org/drawingml/2006/main" noGrp="1"/>
          </p:cNvSpPr>
          <p:nvPr>
            <p:ph type="title" idx="0" hasCustomPrompt="1"/>
          </p:nvPr>
        </p:nvSpPr>
        <p:spPr>
          <a:xfrm xmlns:a="http://schemas.openxmlformats.org/drawingml/2006/main">
            <a:off x="762000" y="1600200"/>
            <a:ext cx="320040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832060" y="502952"/>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653752" y="2682622"/>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653752" y="3011421"/>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FDC25F51-F732-4DED-B41F-218C4B09A992}"/>
              </a:ext>
            </a:extLst>
          </p:cNvPr>
          <p:cNvSpPr>
            <a:spLocks xmlns:a="http://schemas.openxmlformats.org/drawingml/2006/main" noGrp="1"/>
          </p:cNvSpPr>
          <p:nvPr>
            <p:ph type="pic" idx="28"/>
          </p:nvPr>
        </p:nvSpPr>
        <p:spPr>
          <a:xfrm xmlns:a="http://schemas.openxmlformats.org/drawingml/2006/main">
            <a:off x="4463764"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3" name="Text Placeholder 33">
            <a:extLst xmlns:a="http://schemas.openxmlformats.org/drawingml/2006/main">
              <a:ext uri="{FF2B5EF4-FFF2-40B4-BE49-F238E27FC236}">
                <a16:creationId xmlns:a16="http://schemas.microsoft.com/office/drawing/2014/main" id="{D1B52A4B-0972-4F91-92C6-8090BEF5CCCB}"/>
              </a:ext>
            </a:extLst>
          </p:cNvPr>
          <p:cNvSpPr>
            <a:spLocks xmlns:a="http://schemas.openxmlformats.org/drawingml/2006/main" noGrp="1"/>
          </p:cNvSpPr>
          <p:nvPr>
            <p:ph type="body" idx="29" hasCustomPrompt="1"/>
          </p:nvPr>
        </p:nvSpPr>
        <p:spPr>
          <a:xfrm xmlns:a="http://schemas.openxmlformats.org/drawingml/2006/main">
            <a:off x="4285456" y="502118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4" name="Text Placeholder 33">
            <a:extLst xmlns:a="http://schemas.openxmlformats.org/drawingml/2006/main">
              <a:ext uri="{FF2B5EF4-FFF2-40B4-BE49-F238E27FC236}">
                <a16:creationId xmlns:a16="http://schemas.microsoft.com/office/drawing/2014/main" id="{D6D713D8-07E2-4DC7-808A-1A9CD0EBCC6B}"/>
              </a:ext>
            </a:extLst>
          </p:cNvPr>
          <p:cNvSpPr>
            <a:spLocks xmlns:a="http://schemas.openxmlformats.org/drawingml/2006/main" noGrp="1"/>
          </p:cNvSpPr>
          <p:nvPr>
            <p:ph type="body" idx="30" hasCustomPrompt="1"/>
          </p:nvPr>
        </p:nvSpPr>
        <p:spPr>
          <a:xfrm xmlns:a="http://schemas.openxmlformats.org/drawingml/2006/main">
            <a:off x="4285456" y="534998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5" name="Picture Placeholder 4">
            <a:extLst xmlns:a="http://schemas.openxmlformats.org/drawingml/2006/main">
              <a:ext uri="{FF2B5EF4-FFF2-40B4-BE49-F238E27FC236}">
                <a16:creationId xmlns:a16="http://schemas.microsoft.com/office/drawing/2014/main" id="{D54CB0FE-E711-41BE-AE1E-539BC7B7761E}"/>
              </a:ext>
            </a:extLst>
          </p:cNvPr>
          <p:cNvSpPr>
            <a:spLocks xmlns:a="http://schemas.openxmlformats.org/drawingml/2006/main" noGrp="1"/>
          </p:cNvSpPr>
          <p:nvPr>
            <p:ph type="pic" idx="31"/>
          </p:nvPr>
        </p:nvSpPr>
        <p:spPr>
          <a:xfrm xmlns:a="http://schemas.openxmlformats.org/drawingml/2006/main">
            <a:off x="9593466"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6" name="Text Placeholder 33">
            <a:extLst xmlns:a="http://schemas.openxmlformats.org/drawingml/2006/main">
              <a:ext uri="{FF2B5EF4-FFF2-40B4-BE49-F238E27FC236}">
                <a16:creationId xmlns:a16="http://schemas.microsoft.com/office/drawing/2014/main" id="{C9D94F0F-A124-427C-8B51-4EA7A2DA41ED}"/>
              </a:ext>
            </a:extLst>
          </p:cNvPr>
          <p:cNvSpPr>
            <a:spLocks xmlns:a="http://schemas.openxmlformats.org/drawingml/2006/main" noGrp="1"/>
          </p:cNvSpPr>
          <p:nvPr>
            <p:ph type="body" idx="32" hasCustomPrompt="1"/>
          </p:nvPr>
        </p:nvSpPr>
        <p:spPr>
          <a:xfrm xmlns:a="http://schemas.openxmlformats.org/drawingml/2006/main">
            <a:off x="9415158" y="501840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9" name="Text Placeholder 33">
            <a:extLst xmlns:a="http://schemas.openxmlformats.org/drawingml/2006/main">
              <a:ext uri="{FF2B5EF4-FFF2-40B4-BE49-F238E27FC236}">
                <a16:creationId xmlns:a16="http://schemas.microsoft.com/office/drawing/2014/main" id="{D51FC9E3-DCC2-4D0A-80C8-4CB3924EC6CD}"/>
              </a:ext>
            </a:extLst>
          </p:cNvPr>
          <p:cNvSpPr>
            <a:spLocks xmlns:a="http://schemas.openxmlformats.org/drawingml/2006/main" noGrp="1"/>
          </p:cNvSpPr>
          <p:nvPr>
            <p:ph type="body" idx="33" hasCustomPrompt="1"/>
          </p:nvPr>
        </p:nvSpPr>
        <p:spPr>
          <a:xfrm xmlns:a="http://schemas.openxmlformats.org/drawingml/2006/main">
            <a:off x="9415158" y="534720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9551C7D5-93CF-BA74-CCF0-4136B0743763}"/>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3" name="Footer Placeholder 6">
            <a:extLst xmlns:a="http://schemas.openxmlformats.org/drawingml/2006/main">
              <a:ext uri="{FF2B5EF4-FFF2-40B4-BE49-F238E27FC236}">
                <a16:creationId xmlns:a16="http://schemas.microsoft.com/office/drawing/2014/main" id="{5C84E735-4FBC-11F2-537D-944E6BCA9E4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4" name="Date Placeholder 4">
            <a:extLst xmlns:a="http://schemas.openxmlformats.org/drawingml/2006/main">
              <a:ext uri="{FF2B5EF4-FFF2-40B4-BE49-F238E27FC236}">
                <a16:creationId xmlns:a16="http://schemas.microsoft.com/office/drawing/2014/main" id="{C254BE3A-04D0-D60F-3E47-CF743F97370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54.xml><?xml version="1.0" encoding="utf-8"?>
<p:sldLayout xmlns:p="http://schemas.openxmlformats.org/presentationml/2006/main" preserve="1" userDrawn="1">
  <p:cSld name="Speaker_4">
    <p:bg>
      <p:bgPr>
        <a:solidFill xmlns:a="http://schemas.openxmlformats.org/drawingml/2006/main">
          <a:schemeClr val="bg2"/>
        </a:solidFill>
      </p:bgPr>
    </p:bg>
    <p:spTree>
      <p:nvGrpSpPr>
        <p:cNvPr id="1" name=""/>
        <p:cNvGrpSpPr/>
        <p:nvPr/>
      </p:nvGrpSpPr>
      <p:grpSpPr>
        <a:xfrm xmlns:a="http://schemas.openxmlformats.org/drawingml/2006/main"/>
      </p:grpSpPr>
      <p:sp>
        <p:nvSpPr>
          <p:cNvPr id="36" name="Title 1">
            <a:extLst xmlns:a="http://schemas.openxmlformats.org/drawingml/2006/main">
              <a:ext uri="{FF2B5EF4-FFF2-40B4-BE49-F238E27FC236}">
                <a16:creationId xmlns:a16="http://schemas.microsoft.com/office/drawing/2014/main" id="{AD59539A-0265-4CF1-A242-1D32DF1299D9}"/>
              </a:ext>
            </a:extLst>
          </p:cNvPr>
          <p:cNvSpPr>
            <a:spLocks xmlns:a="http://schemas.openxmlformats.org/drawingml/2006/main" noGrp="1"/>
          </p:cNvSpPr>
          <p:nvPr>
            <p:ph type="title" idx="0" hasCustomPrompt="1"/>
          </p:nvPr>
        </p:nvSpPr>
        <p:spPr>
          <a:xfrm xmlns:a="http://schemas.openxmlformats.org/drawingml/2006/main">
            <a:off x="761998" y="1600200"/>
            <a:ext cx="34747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28574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10225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10225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0" name="Picture Placeholder 4">
            <a:extLst xmlns:a="http://schemas.openxmlformats.org/drawingml/2006/main">
              <a:ext uri="{FF2B5EF4-FFF2-40B4-BE49-F238E27FC236}">
                <a16:creationId xmlns:a16="http://schemas.microsoft.com/office/drawing/2014/main" id="{13E21815-6A02-4A6A-80C9-0617BE9066A4}"/>
              </a:ext>
            </a:extLst>
          </p:cNvPr>
          <p:cNvSpPr>
            <a:spLocks xmlns:a="http://schemas.openxmlformats.org/drawingml/2006/main" noGrp="1"/>
          </p:cNvSpPr>
          <p:nvPr>
            <p:ph type="pic" idx="16"/>
          </p:nvPr>
        </p:nvSpPr>
        <p:spPr>
          <a:xfrm xmlns:a="http://schemas.openxmlformats.org/drawingml/2006/main">
            <a:off x="909682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22" name="Text Placeholder 33">
            <a:extLst xmlns:a="http://schemas.openxmlformats.org/drawingml/2006/main">
              <a:ext uri="{FF2B5EF4-FFF2-40B4-BE49-F238E27FC236}">
                <a16:creationId xmlns:a16="http://schemas.microsoft.com/office/drawing/2014/main" id="{B1E285A0-A2E7-DE49-A7D9-B15F13096B4D}"/>
              </a:ext>
            </a:extLst>
          </p:cNvPr>
          <p:cNvSpPr>
            <a:spLocks xmlns:a="http://schemas.openxmlformats.org/drawingml/2006/main" noGrp="1"/>
          </p:cNvSpPr>
          <p:nvPr>
            <p:ph type="body" idx="23" hasCustomPrompt="1"/>
          </p:nvPr>
        </p:nvSpPr>
        <p:spPr>
          <a:xfrm xmlns:a="http://schemas.openxmlformats.org/drawingml/2006/main">
            <a:off x="891333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3" name="Text Placeholder 33">
            <a:extLst xmlns:a="http://schemas.openxmlformats.org/drawingml/2006/main">
              <a:ext uri="{FF2B5EF4-FFF2-40B4-BE49-F238E27FC236}">
                <a16:creationId xmlns:a16="http://schemas.microsoft.com/office/drawing/2014/main" id="{824EDADA-2643-C24E-A532-5AF7FDEFBB0A}"/>
              </a:ext>
            </a:extLst>
          </p:cNvPr>
          <p:cNvSpPr>
            <a:spLocks xmlns:a="http://schemas.openxmlformats.org/drawingml/2006/main" noGrp="1"/>
          </p:cNvSpPr>
          <p:nvPr>
            <p:ph type="body" idx="24" hasCustomPrompt="1"/>
          </p:nvPr>
        </p:nvSpPr>
        <p:spPr>
          <a:xfrm xmlns:a="http://schemas.openxmlformats.org/drawingml/2006/main">
            <a:off x="891333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0" name="Picture Placeholder 4">
            <a:extLst xmlns:a="http://schemas.openxmlformats.org/drawingml/2006/main">
              <a:ext uri="{FF2B5EF4-FFF2-40B4-BE49-F238E27FC236}">
                <a16:creationId xmlns:a16="http://schemas.microsoft.com/office/drawing/2014/main" id="{EFC6E2D0-3B2A-2942-B1BA-2FB20BD0EEC6}"/>
              </a:ext>
            </a:extLst>
          </p:cNvPr>
          <p:cNvSpPr>
            <a:spLocks xmlns:a="http://schemas.openxmlformats.org/drawingml/2006/main" noGrp="1"/>
          </p:cNvSpPr>
          <p:nvPr>
            <p:ph type="pic" idx="27"/>
          </p:nvPr>
        </p:nvSpPr>
        <p:spPr>
          <a:xfrm xmlns:a="http://schemas.openxmlformats.org/drawingml/2006/main">
            <a:off x="628574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28" name="Text Placeholder 33">
            <a:extLst xmlns:a="http://schemas.openxmlformats.org/drawingml/2006/main">
              <a:ext uri="{FF2B5EF4-FFF2-40B4-BE49-F238E27FC236}">
                <a16:creationId xmlns:a16="http://schemas.microsoft.com/office/drawing/2014/main" id="{C58C0826-10EF-F849-A3C1-413E3484114A}"/>
              </a:ext>
            </a:extLst>
          </p:cNvPr>
          <p:cNvSpPr>
            <a:spLocks xmlns:a="http://schemas.openxmlformats.org/drawingml/2006/main" noGrp="1"/>
          </p:cNvSpPr>
          <p:nvPr>
            <p:ph type="body" idx="25" hasCustomPrompt="1"/>
          </p:nvPr>
        </p:nvSpPr>
        <p:spPr>
          <a:xfrm xmlns:a="http://schemas.openxmlformats.org/drawingml/2006/main">
            <a:off x="610225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9" name="Text Placeholder 33">
            <a:extLst xmlns:a="http://schemas.openxmlformats.org/drawingml/2006/main">
              <a:ext uri="{FF2B5EF4-FFF2-40B4-BE49-F238E27FC236}">
                <a16:creationId xmlns:a16="http://schemas.microsoft.com/office/drawing/2014/main" id="{31FE92C1-9507-1C45-8CA1-FA2A0EA3FCED}"/>
              </a:ext>
            </a:extLst>
          </p:cNvPr>
          <p:cNvSpPr>
            <a:spLocks xmlns:a="http://schemas.openxmlformats.org/drawingml/2006/main" noGrp="1"/>
          </p:cNvSpPr>
          <p:nvPr>
            <p:ph type="body" idx="26" hasCustomPrompt="1"/>
          </p:nvPr>
        </p:nvSpPr>
        <p:spPr>
          <a:xfrm xmlns:a="http://schemas.openxmlformats.org/drawingml/2006/main">
            <a:off x="610225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ED40B0E3-F4BB-EC49-8D7A-713B54016EEA}"/>
              </a:ext>
            </a:extLst>
          </p:cNvPr>
          <p:cNvSpPr>
            <a:spLocks xmlns:a="http://schemas.openxmlformats.org/drawingml/2006/main" noGrp="1"/>
          </p:cNvSpPr>
          <p:nvPr>
            <p:ph type="pic" idx="28"/>
          </p:nvPr>
        </p:nvSpPr>
        <p:spPr>
          <a:xfrm xmlns:a="http://schemas.openxmlformats.org/drawingml/2006/main">
            <a:off x="909682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2" name="Text Placeholder 33">
            <a:extLst xmlns:a="http://schemas.openxmlformats.org/drawingml/2006/main">
              <a:ext uri="{FF2B5EF4-FFF2-40B4-BE49-F238E27FC236}">
                <a16:creationId xmlns:a16="http://schemas.microsoft.com/office/drawing/2014/main" id="{75EA1EAA-9631-6446-9C35-80FDF680DE0B}"/>
              </a:ext>
            </a:extLst>
          </p:cNvPr>
          <p:cNvSpPr>
            <a:spLocks xmlns:a="http://schemas.openxmlformats.org/drawingml/2006/main" noGrp="1"/>
          </p:cNvSpPr>
          <p:nvPr>
            <p:ph type="body" idx="29" hasCustomPrompt="1"/>
          </p:nvPr>
        </p:nvSpPr>
        <p:spPr>
          <a:xfrm xmlns:a="http://schemas.openxmlformats.org/drawingml/2006/main">
            <a:off x="891333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3" name="Text Placeholder 33">
            <a:extLst xmlns:a="http://schemas.openxmlformats.org/drawingml/2006/main">
              <a:ext uri="{FF2B5EF4-FFF2-40B4-BE49-F238E27FC236}">
                <a16:creationId xmlns:a16="http://schemas.microsoft.com/office/drawing/2014/main" id="{D9FA6B46-487D-254B-8AB6-DCB6C449BF8B}"/>
              </a:ext>
            </a:extLst>
          </p:cNvPr>
          <p:cNvSpPr>
            <a:spLocks xmlns:a="http://schemas.openxmlformats.org/drawingml/2006/main" noGrp="1"/>
          </p:cNvSpPr>
          <p:nvPr>
            <p:ph type="body" idx="30" hasCustomPrompt="1"/>
          </p:nvPr>
        </p:nvSpPr>
        <p:spPr>
          <a:xfrm xmlns:a="http://schemas.openxmlformats.org/drawingml/2006/main">
            <a:off x="891333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fld id="{345D60D9-5372-5F40-9443-0F9AE5BDC3C8}" type="slidenum">
              <a:t>‹#›</a:t>
            </a:fld>
            <a:endParaRPr/>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endParaRP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r>
              <a:t>[Date]</a:t>
            </a:r>
            <a:endParaRPr/>
          </a:p>
        </p:txBody>
      </p:sp>
    </p:spTree>
  </p:cSld>
</p:sldLayout>
</file>

<file path=ppt/slideLayouts/slideLayout55.xml><?xml version="1.0" encoding="utf-8"?>
<p:sldLayout xmlns:p="http://schemas.openxmlformats.org/presentationml/2006/main" preserve="1" userDrawn="1">
  <p:cSld name="Speaker_6">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68257"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2438576"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2438576"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8" name="Picture 2">
            <a:extLst xmlns:a="http://schemas.openxmlformats.org/drawingml/2006/main">
              <a:ext uri="{FF2B5EF4-FFF2-40B4-BE49-F238E27FC236}">
                <a16:creationId xmlns:a16="http://schemas.microsoft.com/office/drawing/2014/main" id="{E87225CC-8F09-5A46-B785-5C244024F8BB}"/>
              </a:ext>
            </a:extLst>
          </p:cNvPr>
          <p:cNvSpPr>
            <a:spLocks xmlns:a="http://schemas.openxmlformats.org/drawingml/2006/main" noGrp="1"/>
          </p:cNvSpPr>
          <p:nvPr>
            <p:ph type="pic" idx="38"/>
          </p:nvPr>
        </p:nvSpPr>
        <p:spPr>
          <a:xfrm xmlns:a="http://schemas.openxmlformats.org/drawingml/2006/main">
            <a:off x="768257"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89" name="Name 2">
            <a:extLst xmlns:a="http://schemas.openxmlformats.org/drawingml/2006/main">
              <a:ext uri="{FF2B5EF4-FFF2-40B4-BE49-F238E27FC236}">
                <a16:creationId xmlns:a16="http://schemas.microsoft.com/office/drawing/2014/main" id="{213DB2F1-1A57-00A0-D060-4C9E8EA12AC0}"/>
              </a:ext>
            </a:extLst>
          </p:cNvPr>
          <p:cNvSpPr>
            <a:spLocks xmlns:a="http://schemas.openxmlformats.org/drawingml/2006/main" noGrp="1"/>
          </p:cNvSpPr>
          <p:nvPr>
            <p:ph type="body" idx="39" hasCustomPrompt="1"/>
          </p:nvPr>
        </p:nvSpPr>
        <p:spPr>
          <a:xfrm xmlns:a="http://schemas.openxmlformats.org/drawingml/2006/main">
            <a:off x="2438576" y="3371397"/>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0" name="Title 2">
            <a:extLst xmlns:a="http://schemas.openxmlformats.org/drawingml/2006/main">
              <a:ext uri="{FF2B5EF4-FFF2-40B4-BE49-F238E27FC236}">
                <a16:creationId xmlns:a16="http://schemas.microsoft.com/office/drawing/2014/main" id="{6D7EA926-2CBE-46FC-736F-448E6E0788B4}"/>
              </a:ext>
            </a:extLst>
          </p:cNvPr>
          <p:cNvSpPr>
            <a:spLocks xmlns:a="http://schemas.openxmlformats.org/drawingml/2006/main" noGrp="1"/>
          </p:cNvSpPr>
          <p:nvPr>
            <p:ph type="body" idx="40" hasCustomPrompt="1"/>
          </p:nvPr>
        </p:nvSpPr>
        <p:spPr>
          <a:xfrm xmlns:a="http://schemas.openxmlformats.org/drawingml/2006/main">
            <a:off x="2438576" y="3675928"/>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2" name="Picture 3">
            <a:extLst xmlns:a="http://schemas.openxmlformats.org/drawingml/2006/main">
              <a:ext uri="{FF2B5EF4-FFF2-40B4-BE49-F238E27FC236}">
                <a16:creationId xmlns:a16="http://schemas.microsoft.com/office/drawing/2014/main" id="{B9743AA0-6CB0-2E48-9ADB-1CC690E743B4}"/>
              </a:ext>
            </a:extLst>
          </p:cNvPr>
          <p:cNvSpPr>
            <a:spLocks xmlns:a="http://schemas.openxmlformats.org/drawingml/2006/main" noGrp="1"/>
          </p:cNvSpPr>
          <p:nvPr>
            <p:ph type="pic" idx="32"/>
          </p:nvPr>
        </p:nvSpPr>
        <p:spPr>
          <a:xfrm xmlns:a="http://schemas.openxmlformats.org/drawingml/2006/main">
            <a:off x="768257"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83" name="Name 3">
            <a:extLst xmlns:a="http://schemas.openxmlformats.org/drawingml/2006/main">
              <a:ext uri="{FF2B5EF4-FFF2-40B4-BE49-F238E27FC236}">
                <a16:creationId xmlns:a16="http://schemas.microsoft.com/office/drawing/2014/main" id="{7FE364B2-4B5D-0750-F686-7376A0054F8F}"/>
              </a:ext>
            </a:extLst>
          </p:cNvPr>
          <p:cNvSpPr>
            <a:spLocks xmlns:a="http://schemas.openxmlformats.org/drawingml/2006/main" noGrp="1"/>
          </p:cNvSpPr>
          <p:nvPr>
            <p:ph type="body" idx="33" hasCustomPrompt="1"/>
          </p:nvPr>
        </p:nvSpPr>
        <p:spPr>
          <a:xfrm xmlns:a="http://schemas.openxmlformats.org/drawingml/2006/main">
            <a:off x="2438576" y="5083641"/>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4" name="Name 3">
            <a:extLst xmlns:a="http://schemas.openxmlformats.org/drawingml/2006/main">
              <a:ext uri="{FF2B5EF4-FFF2-40B4-BE49-F238E27FC236}">
                <a16:creationId xmlns:a16="http://schemas.microsoft.com/office/drawing/2014/main" id="{111F11BD-FB90-28F4-5BED-A457E1D33F32}"/>
              </a:ext>
            </a:extLst>
          </p:cNvPr>
          <p:cNvSpPr>
            <a:spLocks xmlns:a="http://schemas.openxmlformats.org/drawingml/2006/main" noGrp="1"/>
          </p:cNvSpPr>
          <p:nvPr>
            <p:ph type="body" idx="34" hasCustomPrompt="1"/>
          </p:nvPr>
        </p:nvSpPr>
        <p:spPr>
          <a:xfrm xmlns:a="http://schemas.openxmlformats.org/drawingml/2006/main">
            <a:off x="2438576" y="5388172"/>
            <a:ext cx="1920240" cy="246888"/>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1" name="Picture 4">
            <a:extLst xmlns:a="http://schemas.openxmlformats.org/drawingml/2006/main">
              <a:ext uri="{FF2B5EF4-FFF2-40B4-BE49-F238E27FC236}">
                <a16:creationId xmlns:a16="http://schemas.microsoft.com/office/drawing/2014/main" id="{288C7677-74A4-87D5-B77D-03AC70679BAC}"/>
              </a:ext>
            </a:extLst>
          </p:cNvPr>
          <p:cNvSpPr>
            <a:spLocks xmlns:a="http://schemas.openxmlformats.org/drawingml/2006/main" noGrp="1"/>
          </p:cNvSpPr>
          <p:nvPr>
            <p:ph type="pic" idx="41"/>
          </p:nvPr>
        </p:nvSpPr>
        <p:spPr>
          <a:xfrm xmlns:a="http://schemas.openxmlformats.org/drawingml/2006/main">
            <a:off x="6379003"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92" name="Name 4">
            <a:extLst xmlns:a="http://schemas.openxmlformats.org/drawingml/2006/main">
              <a:ext uri="{FF2B5EF4-FFF2-40B4-BE49-F238E27FC236}">
                <a16:creationId xmlns:a16="http://schemas.microsoft.com/office/drawing/2014/main" id="{AF588FE9-35BC-F09C-55DF-26752ACAD486}"/>
              </a:ext>
            </a:extLst>
          </p:cNvPr>
          <p:cNvSpPr>
            <a:spLocks xmlns:a="http://schemas.openxmlformats.org/drawingml/2006/main" noGrp="1"/>
          </p:cNvSpPr>
          <p:nvPr>
            <p:ph type="body" idx="42" hasCustomPrompt="1"/>
          </p:nvPr>
        </p:nvSpPr>
        <p:spPr>
          <a:xfrm xmlns:a="http://schemas.openxmlformats.org/drawingml/2006/main">
            <a:off x="8037558"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3" name="Title 4">
            <a:extLst xmlns:a="http://schemas.openxmlformats.org/drawingml/2006/main">
              <a:ext uri="{FF2B5EF4-FFF2-40B4-BE49-F238E27FC236}">
                <a16:creationId xmlns:a16="http://schemas.microsoft.com/office/drawing/2014/main" id="{BC8C5213-FFE9-AE65-FDE6-CBF115337B71}"/>
              </a:ext>
            </a:extLst>
          </p:cNvPr>
          <p:cNvSpPr>
            <a:spLocks xmlns:a="http://schemas.openxmlformats.org/drawingml/2006/main" noGrp="1"/>
          </p:cNvSpPr>
          <p:nvPr>
            <p:ph type="body" idx="43" hasCustomPrompt="1"/>
          </p:nvPr>
        </p:nvSpPr>
        <p:spPr>
          <a:xfrm xmlns:a="http://schemas.openxmlformats.org/drawingml/2006/main">
            <a:off x="8037558"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5" name="Picture 5">
            <a:extLst xmlns:a="http://schemas.openxmlformats.org/drawingml/2006/main">
              <a:ext uri="{FF2B5EF4-FFF2-40B4-BE49-F238E27FC236}">
                <a16:creationId xmlns:a16="http://schemas.microsoft.com/office/drawing/2014/main" id="{25483374-F780-293B-7C18-D75F9FA05893}"/>
              </a:ext>
            </a:extLst>
          </p:cNvPr>
          <p:cNvSpPr>
            <a:spLocks xmlns:a="http://schemas.openxmlformats.org/drawingml/2006/main" noGrp="1"/>
          </p:cNvSpPr>
          <p:nvPr>
            <p:ph type="pic" idx="35"/>
          </p:nvPr>
        </p:nvSpPr>
        <p:spPr>
          <a:xfrm xmlns:a="http://schemas.openxmlformats.org/drawingml/2006/main">
            <a:off x="6379003"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86" name="Name 5">
            <a:extLst xmlns:a="http://schemas.openxmlformats.org/drawingml/2006/main">
              <a:ext uri="{FF2B5EF4-FFF2-40B4-BE49-F238E27FC236}">
                <a16:creationId xmlns:a16="http://schemas.microsoft.com/office/drawing/2014/main" id="{BF047364-28B8-1F30-EEEB-7B6E2368A6AB}"/>
              </a:ext>
            </a:extLst>
          </p:cNvPr>
          <p:cNvSpPr>
            <a:spLocks xmlns:a="http://schemas.openxmlformats.org/drawingml/2006/main" noGrp="1"/>
          </p:cNvSpPr>
          <p:nvPr>
            <p:ph type="body" idx="36" hasCustomPrompt="1"/>
          </p:nvPr>
        </p:nvSpPr>
        <p:spPr>
          <a:xfrm xmlns:a="http://schemas.openxmlformats.org/drawingml/2006/main">
            <a:off x="8037558" y="3355413"/>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7" name="Title 5">
            <a:extLst xmlns:a="http://schemas.openxmlformats.org/drawingml/2006/main">
              <a:ext uri="{FF2B5EF4-FFF2-40B4-BE49-F238E27FC236}">
                <a16:creationId xmlns:a16="http://schemas.microsoft.com/office/drawing/2014/main" id="{09D55A0B-3944-9795-0EC9-244A2E8C0062}"/>
              </a:ext>
            </a:extLst>
          </p:cNvPr>
          <p:cNvSpPr>
            <a:spLocks xmlns:a="http://schemas.openxmlformats.org/drawingml/2006/main" noGrp="1"/>
          </p:cNvSpPr>
          <p:nvPr>
            <p:ph type="body" idx="37" hasCustomPrompt="1"/>
          </p:nvPr>
        </p:nvSpPr>
        <p:spPr>
          <a:xfrm xmlns:a="http://schemas.openxmlformats.org/drawingml/2006/main">
            <a:off x="8037558" y="3659944"/>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4" name="Picture 6">
            <a:extLst xmlns:a="http://schemas.openxmlformats.org/drawingml/2006/main">
              <a:ext uri="{FF2B5EF4-FFF2-40B4-BE49-F238E27FC236}">
                <a16:creationId xmlns:a16="http://schemas.microsoft.com/office/drawing/2014/main" id="{C5596C01-BDD3-872C-1E20-6F26FD847F92}"/>
              </a:ext>
            </a:extLst>
          </p:cNvPr>
          <p:cNvSpPr>
            <a:spLocks xmlns:a="http://schemas.openxmlformats.org/drawingml/2006/main" noGrp="1"/>
          </p:cNvSpPr>
          <p:nvPr>
            <p:ph type="pic" idx="44"/>
          </p:nvPr>
        </p:nvSpPr>
        <p:spPr>
          <a:xfrm xmlns:a="http://schemas.openxmlformats.org/drawingml/2006/main">
            <a:off x="6379003"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95" name="Name 6">
            <a:extLst xmlns:a="http://schemas.openxmlformats.org/drawingml/2006/main">
              <a:ext uri="{FF2B5EF4-FFF2-40B4-BE49-F238E27FC236}">
                <a16:creationId xmlns:a16="http://schemas.microsoft.com/office/drawing/2014/main" id="{908A6C8C-55F0-CAFA-799F-1586491CE534}"/>
              </a:ext>
            </a:extLst>
          </p:cNvPr>
          <p:cNvSpPr>
            <a:spLocks xmlns:a="http://schemas.openxmlformats.org/drawingml/2006/main" noGrp="1"/>
          </p:cNvSpPr>
          <p:nvPr>
            <p:ph type="body" idx="45" hasCustomPrompt="1"/>
          </p:nvPr>
        </p:nvSpPr>
        <p:spPr>
          <a:xfrm xmlns:a="http://schemas.openxmlformats.org/drawingml/2006/main">
            <a:off x="8037558" y="5078984"/>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6" name="Name 7">
            <a:extLst xmlns:a="http://schemas.openxmlformats.org/drawingml/2006/main">
              <a:ext uri="{FF2B5EF4-FFF2-40B4-BE49-F238E27FC236}">
                <a16:creationId xmlns:a16="http://schemas.microsoft.com/office/drawing/2014/main" id="{80B8C125-5BDD-9CC4-70C3-CBF897A29E80}"/>
              </a:ext>
            </a:extLst>
          </p:cNvPr>
          <p:cNvSpPr>
            <a:spLocks xmlns:a="http://schemas.openxmlformats.org/drawingml/2006/main" noGrp="1"/>
          </p:cNvSpPr>
          <p:nvPr>
            <p:ph type="body" idx="46" hasCustomPrompt="1"/>
          </p:nvPr>
        </p:nvSpPr>
        <p:spPr>
          <a:xfrm xmlns:a="http://schemas.openxmlformats.org/drawingml/2006/main">
            <a:off x="8037558" y="5383515"/>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56.xml><?xml version="1.0" encoding="utf-8"?>
<p:sldLayout xmlns:p="http://schemas.openxmlformats.org/presentationml/2006/main" preserve="1" userDrawn="1">
  <p:cSld name="Speaker_10">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11129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010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010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2" name="Picture 2">
            <a:extLst xmlns:a="http://schemas.openxmlformats.org/drawingml/2006/main">
              <a:ext uri="{FF2B5EF4-FFF2-40B4-BE49-F238E27FC236}">
                <a16:creationId xmlns:a16="http://schemas.microsoft.com/office/drawing/2014/main" id="{E3A8C480-E935-0DA4-A150-7A798552D69B}"/>
              </a:ext>
            </a:extLst>
          </p:cNvPr>
          <p:cNvSpPr>
            <a:spLocks xmlns:a="http://schemas.openxmlformats.org/drawingml/2006/main" noGrp="1"/>
          </p:cNvSpPr>
          <p:nvPr>
            <p:ph type="pic" idx="32"/>
          </p:nvPr>
        </p:nvSpPr>
        <p:spPr>
          <a:xfrm xmlns:a="http://schemas.openxmlformats.org/drawingml/2006/main">
            <a:off x="339896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53" name="Name 2">
            <a:extLst xmlns:a="http://schemas.openxmlformats.org/drawingml/2006/main">
              <a:ext uri="{FF2B5EF4-FFF2-40B4-BE49-F238E27FC236}">
                <a16:creationId xmlns:a16="http://schemas.microsoft.com/office/drawing/2014/main" id="{D53E72DD-B667-6F64-FC11-B158256A1D6A}"/>
              </a:ext>
            </a:extLst>
          </p:cNvPr>
          <p:cNvSpPr>
            <a:spLocks xmlns:a="http://schemas.openxmlformats.org/drawingml/2006/main" noGrp="1"/>
          </p:cNvSpPr>
          <p:nvPr>
            <p:ph type="body" idx="33" hasCustomPrompt="1"/>
          </p:nvPr>
        </p:nvSpPr>
        <p:spPr>
          <a:xfrm xmlns:a="http://schemas.openxmlformats.org/drawingml/2006/main">
            <a:off x="298705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4" name="Title 2">
            <a:extLst xmlns:a="http://schemas.openxmlformats.org/drawingml/2006/main">
              <a:ext uri="{FF2B5EF4-FFF2-40B4-BE49-F238E27FC236}">
                <a16:creationId xmlns:a16="http://schemas.microsoft.com/office/drawing/2014/main" id="{1151B9AB-CBE4-1067-D049-3E69A0E78E18}"/>
              </a:ext>
            </a:extLst>
          </p:cNvPr>
          <p:cNvSpPr>
            <a:spLocks xmlns:a="http://schemas.openxmlformats.org/drawingml/2006/main" noGrp="1"/>
          </p:cNvSpPr>
          <p:nvPr>
            <p:ph type="body" idx="34" hasCustomPrompt="1"/>
          </p:nvPr>
        </p:nvSpPr>
        <p:spPr>
          <a:xfrm xmlns:a="http://schemas.openxmlformats.org/drawingml/2006/main">
            <a:off x="298705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5" name="Picture 3 ">
            <a:extLst xmlns:a="http://schemas.openxmlformats.org/drawingml/2006/main">
              <a:ext uri="{FF2B5EF4-FFF2-40B4-BE49-F238E27FC236}">
                <a16:creationId xmlns:a16="http://schemas.microsoft.com/office/drawing/2014/main" id="{B3646944-CB74-48E5-20C3-42C4C0663CDF}"/>
              </a:ext>
            </a:extLst>
          </p:cNvPr>
          <p:cNvSpPr>
            <a:spLocks xmlns:a="http://schemas.openxmlformats.org/drawingml/2006/main" noGrp="1"/>
          </p:cNvSpPr>
          <p:nvPr>
            <p:ph type="pic" idx="35"/>
          </p:nvPr>
        </p:nvSpPr>
        <p:spPr>
          <a:xfrm xmlns:a="http://schemas.openxmlformats.org/drawingml/2006/main">
            <a:off x="568493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56" name="Name 3">
            <a:extLst xmlns:a="http://schemas.openxmlformats.org/drawingml/2006/main">
              <a:ext uri="{FF2B5EF4-FFF2-40B4-BE49-F238E27FC236}">
                <a16:creationId xmlns:a16="http://schemas.microsoft.com/office/drawing/2014/main" id="{4E1E4910-6DC5-4CFB-72D7-6EF41C7392E6}"/>
              </a:ext>
            </a:extLst>
          </p:cNvPr>
          <p:cNvSpPr>
            <a:spLocks xmlns:a="http://schemas.openxmlformats.org/drawingml/2006/main" noGrp="1"/>
          </p:cNvSpPr>
          <p:nvPr>
            <p:ph type="body" idx="36" hasCustomPrompt="1"/>
          </p:nvPr>
        </p:nvSpPr>
        <p:spPr>
          <a:xfrm xmlns:a="http://schemas.openxmlformats.org/drawingml/2006/main">
            <a:off x="527302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7" name="Title 3">
            <a:extLst xmlns:a="http://schemas.openxmlformats.org/drawingml/2006/main">
              <a:ext uri="{FF2B5EF4-FFF2-40B4-BE49-F238E27FC236}">
                <a16:creationId xmlns:a16="http://schemas.microsoft.com/office/drawing/2014/main" id="{694BBFD6-ACCD-92AD-91C9-FA5C1A7A9F62}"/>
              </a:ext>
            </a:extLst>
          </p:cNvPr>
          <p:cNvSpPr>
            <a:spLocks xmlns:a="http://schemas.openxmlformats.org/drawingml/2006/main" noGrp="1"/>
          </p:cNvSpPr>
          <p:nvPr>
            <p:ph type="body" idx="37" hasCustomPrompt="1"/>
          </p:nvPr>
        </p:nvSpPr>
        <p:spPr>
          <a:xfrm xmlns:a="http://schemas.openxmlformats.org/drawingml/2006/main">
            <a:off x="527302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8" name="Picture 4">
            <a:extLst xmlns:a="http://schemas.openxmlformats.org/drawingml/2006/main">
              <a:ext uri="{FF2B5EF4-FFF2-40B4-BE49-F238E27FC236}">
                <a16:creationId xmlns:a16="http://schemas.microsoft.com/office/drawing/2014/main" id="{8646106B-DADA-406C-A020-501C2210B615}"/>
              </a:ext>
            </a:extLst>
          </p:cNvPr>
          <p:cNvSpPr>
            <a:spLocks xmlns:a="http://schemas.openxmlformats.org/drawingml/2006/main" noGrp="1"/>
          </p:cNvSpPr>
          <p:nvPr>
            <p:ph type="pic" idx="38"/>
          </p:nvPr>
        </p:nvSpPr>
        <p:spPr>
          <a:xfrm xmlns:a="http://schemas.openxmlformats.org/drawingml/2006/main">
            <a:off x="797091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59" name="Name 4">
            <a:extLst xmlns:a="http://schemas.openxmlformats.org/drawingml/2006/main">
              <a:ext uri="{FF2B5EF4-FFF2-40B4-BE49-F238E27FC236}">
                <a16:creationId xmlns:a16="http://schemas.microsoft.com/office/drawing/2014/main" id="{6279EEA7-C6AB-434D-DDF6-9F7C6BCDE10A}"/>
              </a:ext>
            </a:extLst>
          </p:cNvPr>
          <p:cNvSpPr>
            <a:spLocks xmlns:a="http://schemas.openxmlformats.org/drawingml/2006/main" noGrp="1"/>
          </p:cNvSpPr>
          <p:nvPr>
            <p:ph type="body" idx="39" hasCustomPrompt="1"/>
          </p:nvPr>
        </p:nvSpPr>
        <p:spPr>
          <a:xfrm xmlns:a="http://schemas.openxmlformats.org/drawingml/2006/main">
            <a:off x="755900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0" name="Title 4">
            <a:extLst xmlns:a="http://schemas.openxmlformats.org/drawingml/2006/main">
              <a:ext uri="{FF2B5EF4-FFF2-40B4-BE49-F238E27FC236}">
                <a16:creationId xmlns:a16="http://schemas.microsoft.com/office/drawing/2014/main" id="{E6AFB52F-3CFF-BC09-B703-6A62B9560C5A}"/>
              </a:ext>
            </a:extLst>
          </p:cNvPr>
          <p:cNvSpPr>
            <a:spLocks xmlns:a="http://schemas.openxmlformats.org/drawingml/2006/main" noGrp="1"/>
          </p:cNvSpPr>
          <p:nvPr>
            <p:ph type="body" idx="40" hasCustomPrompt="1"/>
          </p:nvPr>
        </p:nvSpPr>
        <p:spPr>
          <a:xfrm xmlns:a="http://schemas.openxmlformats.org/drawingml/2006/main">
            <a:off x="755900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61" name="Picture 5">
            <a:extLst xmlns:a="http://schemas.openxmlformats.org/drawingml/2006/main">
              <a:ext uri="{FF2B5EF4-FFF2-40B4-BE49-F238E27FC236}">
                <a16:creationId xmlns:a16="http://schemas.microsoft.com/office/drawing/2014/main" id="{10E92D5F-57AC-A19A-FED7-7254BA223549}"/>
              </a:ext>
            </a:extLst>
          </p:cNvPr>
          <p:cNvSpPr>
            <a:spLocks xmlns:a="http://schemas.openxmlformats.org/drawingml/2006/main" noGrp="1"/>
          </p:cNvSpPr>
          <p:nvPr>
            <p:ph type="pic" idx="41"/>
          </p:nvPr>
        </p:nvSpPr>
        <p:spPr>
          <a:xfrm xmlns:a="http://schemas.openxmlformats.org/drawingml/2006/main">
            <a:off x="102568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62" name="Name 5">
            <a:extLst xmlns:a="http://schemas.openxmlformats.org/drawingml/2006/main">
              <a:ext uri="{FF2B5EF4-FFF2-40B4-BE49-F238E27FC236}">
                <a16:creationId xmlns:a16="http://schemas.microsoft.com/office/drawing/2014/main" id="{3CEC1BD5-E4C9-59CE-7CCC-3444C64A28AA}"/>
              </a:ext>
            </a:extLst>
          </p:cNvPr>
          <p:cNvSpPr>
            <a:spLocks xmlns:a="http://schemas.openxmlformats.org/drawingml/2006/main" noGrp="1"/>
          </p:cNvSpPr>
          <p:nvPr>
            <p:ph type="body" idx="42" hasCustomPrompt="1"/>
          </p:nvPr>
        </p:nvSpPr>
        <p:spPr>
          <a:xfrm xmlns:a="http://schemas.openxmlformats.org/drawingml/2006/main">
            <a:off x="98449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3" name="Title 5">
            <a:extLst xmlns:a="http://schemas.openxmlformats.org/drawingml/2006/main">
              <a:ext uri="{FF2B5EF4-FFF2-40B4-BE49-F238E27FC236}">
                <a16:creationId xmlns:a16="http://schemas.microsoft.com/office/drawing/2014/main" id="{D34A6BDA-F544-70E1-6388-E3C1BF5771E8}"/>
              </a:ext>
            </a:extLst>
          </p:cNvPr>
          <p:cNvSpPr>
            <a:spLocks xmlns:a="http://schemas.openxmlformats.org/drawingml/2006/main" noGrp="1"/>
          </p:cNvSpPr>
          <p:nvPr>
            <p:ph type="body" idx="43" hasCustomPrompt="1"/>
          </p:nvPr>
        </p:nvSpPr>
        <p:spPr>
          <a:xfrm xmlns:a="http://schemas.openxmlformats.org/drawingml/2006/main">
            <a:off x="98449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6" name="Picture 1">
            <a:extLst xmlns:a="http://schemas.openxmlformats.org/drawingml/2006/main">
              <a:ext uri="{FF2B5EF4-FFF2-40B4-BE49-F238E27FC236}">
                <a16:creationId xmlns:a16="http://schemas.microsoft.com/office/drawing/2014/main" id="{72521944-24A4-E7C1-7474-2B6FF0394BDA}"/>
              </a:ext>
            </a:extLst>
          </p:cNvPr>
          <p:cNvSpPr>
            <a:spLocks xmlns:a="http://schemas.openxmlformats.org/drawingml/2006/main" noGrp="1"/>
          </p:cNvSpPr>
          <p:nvPr>
            <p:ph type="pic" idx="44"/>
          </p:nvPr>
        </p:nvSpPr>
        <p:spPr>
          <a:xfrm xmlns:a="http://schemas.openxmlformats.org/drawingml/2006/main">
            <a:off x="11129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7" name="Name 1">
            <a:extLst xmlns:a="http://schemas.openxmlformats.org/drawingml/2006/main">
              <a:ext uri="{FF2B5EF4-FFF2-40B4-BE49-F238E27FC236}">
                <a16:creationId xmlns:a16="http://schemas.microsoft.com/office/drawing/2014/main" id="{FB00A11F-459A-98FB-66B0-1222171BD164}"/>
              </a:ext>
            </a:extLst>
          </p:cNvPr>
          <p:cNvSpPr>
            <a:spLocks xmlns:a="http://schemas.openxmlformats.org/drawingml/2006/main" noGrp="1"/>
          </p:cNvSpPr>
          <p:nvPr>
            <p:ph type="body" idx="45" hasCustomPrompt="1"/>
          </p:nvPr>
        </p:nvSpPr>
        <p:spPr>
          <a:xfrm xmlns:a="http://schemas.openxmlformats.org/drawingml/2006/main">
            <a:off x="7010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 name="Title 1">
            <a:extLst xmlns:a="http://schemas.openxmlformats.org/drawingml/2006/main">
              <a:ext uri="{FF2B5EF4-FFF2-40B4-BE49-F238E27FC236}">
                <a16:creationId xmlns:a16="http://schemas.microsoft.com/office/drawing/2014/main" id="{66025BE5-0FFD-92F6-A4BA-CB6102BD8E75}"/>
              </a:ext>
            </a:extLst>
          </p:cNvPr>
          <p:cNvSpPr>
            <a:spLocks xmlns:a="http://schemas.openxmlformats.org/drawingml/2006/main" noGrp="1"/>
          </p:cNvSpPr>
          <p:nvPr>
            <p:ph type="body" idx="46" hasCustomPrompt="1"/>
          </p:nvPr>
        </p:nvSpPr>
        <p:spPr>
          <a:xfrm xmlns:a="http://schemas.openxmlformats.org/drawingml/2006/main">
            <a:off x="7010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Picture 2">
            <a:extLst xmlns:a="http://schemas.openxmlformats.org/drawingml/2006/main">
              <a:ext uri="{FF2B5EF4-FFF2-40B4-BE49-F238E27FC236}">
                <a16:creationId xmlns:a16="http://schemas.microsoft.com/office/drawing/2014/main" id="{144C0724-9767-678B-A5C4-93F92C82A294}"/>
              </a:ext>
            </a:extLst>
          </p:cNvPr>
          <p:cNvSpPr>
            <a:spLocks xmlns:a="http://schemas.openxmlformats.org/drawingml/2006/main" noGrp="1"/>
          </p:cNvSpPr>
          <p:nvPr>
            <p:ph type="pic" idx="47"/>
          </p:nvPr>
        </p:nvSpPr>
        <p:spPr>
          <a:xfrm xmlns:a="http://schemas.openxmlformats.org/drawingml/2006/main">
            <a:off x="339896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10" name="Name 2">
            <a:extLst xmlns:a="http://schemas.openxmlformats.org/drawingml/2006/main">
              <a:ext uri="{FF2B5EF4-FFF2-40B4-BE49-F238E27FC236}">
                <a16:creationId xmlns:a16="http://schemas.microsoft.com/office/drawing/2014/main" id="{8200242F-3C33-4861-1BBB-5205F5F9B02F}"/>
              </a:ext>
            </a:extLst>
          </p:cNvPr>
          <p:cNvSpPr>
            <a:spLocks xmlns:a="http://schemas.openxmlformats.org/drawingml/2006/main" noGrp="1"/>
          </p:cNvSpPr>
          <p:nvPr>
            <p:ph type="body" idx="48" hasCustomPrompt="1"/>
          </p:nvPr>
        </p:nvSpPr>
        <p:spPr>
          <a:xfrm xmlns:a="http://schemas.openxmlformats.org/drawingml/2006/main">
            <a:off x="298705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1" name="Title 2">
            <a:extLst xmlns:a="http://schemas.openxmlformats.org/drawingml/2006/main">
              <a:ext uri="{FF2B5EF4-FFF2-40B4-BE49-F238E27FC236}">
                <a16:creationId xmlns:a16="http://schemas.microsoft.com/office/drawing/2014/main" id="{78E243D4-1A0C-2B5D-0602-EC28F75F2CDF}"/>
              </a:ext>
            </a:extLst>
          </p:cNvPr>
          <p:cNvSpPr>
            <a:spLocks xmlns:a="http://schemas.openxmlformats.org/drawingml/2006/main" noGrp="1"/>
          </p:cNvSpPr>
          <p:nvPr>
            <p:ph type="body" idx="49" hasCustomPrompt="1"/>
          </p:nvPr>
        </p:nvSpPr>
        <p:spPr>
          <a:xfrm xmlns:a="http://schemas.openxmlformats.org/drawingml/2006/main">
            <a:off x="298705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Picture 3 ">
            <a:extLst xmlns:a="http://schemas.openxmlformats.org/drawingml/2006/main">
              <a:ext uri="{FF2B5EF4-FFF2-40B4-BE49-F238E27FC236}">
                <a16:creationId xmlns:a16="http://schemas.microsoft.com/office/drawing/2014/main" id="{25BE96FF-1149-A871-059D-5FC5C5724DE2}"/>
              </a:ext>
            </a:extLst>
          </p:cNvPr>
          <p:cNvSpPr>
            <a:spLocks xmlns:a="http://schemas.openxmlformats.org/drawingml/2006/main" noGrp="1"/>
          </p:cNvSpPr>
          <p:nvPr>
            <p:ph type="pic" idx="50"/>
          </p:nvPr>
        </p:nvSpPr>
        <p:spPr>
          <a:xfrm xmlns:a="http://schemas.openxmlformats.org/drawingml/2006/main">
            <a:off x="568493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13" name="Name 3">
            <a:extLst xmlns:a="http://schemas.openxmlformats.org/drawingml/2006/main">
              <a:ext uri="{FF2B5EF4-FFF2-40B4-BE49-F238E27FC236}">
                <a16:creationId xmlns:a16="http://schemas.microsoft.com/office/drawing/2014/main" id="{C79E27DB-CB5A-5B10-1D20-382BE231D8B4}"/>
              </a:ext>
            </a:extLst>
          </p:cNvPr>
          <p:cNvSpPr>
            <a:spLocks xmlns:a="http://schemas.openxmlformats.org/drawingml/2006/main" noGrp="1"/>
          </p:cNvSpPr>
          <p:nvPr>
            <p:ph type="body" idx="51" hasCustomPrompt="1"/>
          </p:nvPr>
        </p:nvSpPr>
        <p:spPr>
          <a:xfrm xmlns:a="http://schemas.openxmlformats.org/drawingml/2006/main">
            <a:off x="527302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itle 3">
            <a:extLst xmlns:a="http://schemas.openxmlformats.org/drawingml/2006/main">
              <a:ext uri="{FF2B5EF4-FFF2-40B4-BE49-F238E27FC236}">
                <a16:creationId xmlns:a16="http://schemas.microsoft.com/office/drawing/2014/main" id="{E3168F24-D5E1-A01A-9FE4-02BBEBCAC256}"/>
              </a:ext>
            </a:extLst>
          </p:cNvPr>
          <p:cNvSpPr>
            <a:spLocks xmlns:a="http://schemas.openxmlformats.org/drawingml/2006/main" noGrp="1"/>
          </p:cNvSpPr>
          <p:nvPr>
            <p:ph type="body" idx="52" hasCustomPrompt="1"/>
          </p:nvPr>
        </p:nvSpPr>
        <p:spPr>
          <a:xfrm xmlns:a="http://schemas.openxmlformats.org/drawingml/2006/main">
            <a:off x="527302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Picture 4">
            <a:extLst xmlns:a="http://schemas.openxmlformats.org/drawingml/2006/main">
              <a:ext uri="{FF2B5EF4-FFF2-40B4-BE49-F238E27FC236}">
                <a16:creationId xmlns:a16="http://schemas.microsoft.com/office/drawing/2014/main" id="{C28F1BA1-9C38-C15A-DAF0-7D7D17BF4911}"/>
              </a:ext>
            </a:extLst>
          </p:cNvPr>
          <p:cNvSpPr>
            <a:spLocks xmlns:a="http://schemas.openxmlformats.org/drawingml/2006/main" noGrp="1"/>
          </p:cNvSpPr>
          <p:nvPr>
            <p:ph type="pic" idx="53"/>
          </p:nvPr>
        </p:nvSpPr>
        <p:spPr>
          <a:xfrm xmlns:a="http://schemas.openxmlformats.org/drawingml/2006/main">
            <a:off x="797091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16" name="Name 4">
            <a:extLst xmlns:a="http://schemas.openxmlformats.org/drawingml/2006/main">
              <a:ext uri="{FF2B5EF4-FFF2-40B4-BE49-F238E27FC236}">
                <a16:creationId xmlns:a16="http://schemas.microsoft.com/office/drawing/2014/main" id="{A736C04C-99C8-5B44-F5FF-04676206CDF7}"/>
              </a:ext>
            </a:extLst>
          </p:cNvPr>
          <p:cNvSpPr>
            <a:spLocks xmlns:a="http://schemas.openxmlformats.org/drawingml/2006/main" noGrp="1"/>
          </p:cNvSpPr>
          <p:nvPr>
            <p:ph type="body" idx="54" hasCustomPrompt="1"/>
          </p:nvPr>
        </p:nvSpPr>
        <p:spPr>
          <a:xfrm xmlns:a="http://schemas.openxmlformats.org/drawingml/2006/main">
            <a:off x="755900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7" name="Title 4">
            <a:extLst xmlns:a="http://schemas.openxmlformats.org/drawingml/2006/main">
              <a:ext uri="{FF2B5EF4-FFF2-40B4-BE49-F238E27FC236}">
                <a16:creationId xmlns:a16="http://schemas.microsoft.com/office/drawing/2014/main" id="{1B6CC2B9-2432-DD61-FFD2-E986BE8E9F35}"/>
              </a:ext>
            </a:extLst>
          </p:cNvPr>
          <p:cNvSpPr>
            <a:spLocks xmlns:a="http://schemas.openxmlformats.org/drawingml/2006/main" noGrp="1"/>
          </p:cNvSpPr>
          <p:nvPr>
            <p:ph type="body" idx="55" hasCustomPrompt="1"/>
          </p:nvPr>
        </p:nvSpPr>
        <p:spPr>
          <a:xfrm xmlns:a="http://schemas.openxmlformats.org/drawingml/2006/main">
            <a:off x="755900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8" name="Picture 5">
            <a:extLst xmlns:a="http://schemas.openxmlformats.org/drawingml/2006/main">
              <a:ext uri="{FF2B5EF4-FFF2-40B4-BE49-F238E27FC236}">
                <a16:creationId xmlns:a16="http://schemas.microsoft.com/office/drawing/2014/main" id="{3A558EAD-D220-0239-69EF-648F93A62478}"/>
              </a:ext>
            </a:extLst>
          </p:cNvPr>
          <p:cNvSpPr>
            <a:spLocks xmlns:a="http://schemas.openxmlformats.org/drawingml/2006/main" noGrp="1"/>
          </p:cNvSpPr>
          <p:nvPr>
            <p:ph type="pic" idx="56"/>
          </p:nvPr>
        </p:nvSpPr>
        <p:spPr>
          <a:xfrm xmlns:a="http://schemas.openxmlformats.org/drawingml/2006/main">
            <a:off x="102568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20" name="Name 5">
            <a:extLst xmlns:a="http://schemas.openxmlformats.org/drawingml/2006/main">
              <a:ext uri="{FF2B5EF4-FFF2-40B4-BE49-F238E27FC236}">
                <a16:creationId xmlns:a16="http://schemas.microsoft.com/office/drawing/2014/main" id="{007E775B-15B1-5428-C8C9-4B614DEE17D1}"/>
              </a:ext>
            </a:extLst>
          </p:cNvPr>
          <p:cNvSpPr>
            <a:spLocks xmlns:a="http://schemas.openxmlformats.org/drawingml/2006/main" noGrp="1"/>
          </p:cNvSpPr>
          <p:nvPr>
            <p:ph type="body" idx="57" hasCustomPrompt="1"/>
          </p:nvPr>
        </p:nvSpPr>
        <p:spPr>
          <a:xfrm xmlns:a="http://schemas.openxmlformats.org/drawingml/2006/main">
            <a:off x="98449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1" name="Title 5">
            <a:extLst xmlns:a="http://schemas.openxmlformats.org/drawingml/2006/main">
              <a:ext uri="{FF2B5EF4-FFF2-40B4-BE49-F238E27FC236}">
                <a16:creationId xmlns:a16="http://schemas.microsoft.com/office/drawing/2014/main" id="{5A22EC85-7769-2401-038D-634693151760}"/>
              </a:ext>
            </a:extLst>
          </p:cNvPr>
          <p:cNvSpPr>
            <a:spLocks xmlns:a="http://schemas.openxmlformats.org/drawingml/2006/main" noGrp="1"/>
          </p:cNvSpPr>
          <p:nvPr>
            <p:ph type="body" idx="58" hasCustomPrompt="1"/>
          </p:nvPr>
        </p:nvSpPr>
        <p:spPr>
          <a:xfrm xmlns:a="http://schemas.openxmlformats.org/drawingml/2006/main">
            <a:off x="98449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Tree>
  </p:cSld>
</p:sldLayout>
</file>

<file path=ppt/slideLayouts/slideLayout57.xml><?xml version="1.0" encoding="utf-8"?>
<p:sldLayout xmlns:p="http://schemas.openxmlformats.org/presentationml/2006/main" preserve="1">
  <p:cSld name="Title + 3points Ligh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endParaRP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3" name="Slide Number Placeholder 5">
            <a:extLst xmlns:a="http://schemas.openxmlformats.org/drawingml/2006/main">
              <a:ext uri="{FF2B5EF4-FFF2-40B4-BE49-F238E27FC236}">
                <a16:creationId xmlns:a16="http://schemas.microsoft.com/office/drawing/2014/main" id="{28FB87FE-17B5-F9E9-709A-0B45CF7A69A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149EA8E9-ED27-F122-7091-4B0663BBD45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7" name="Date Placeholder 3">
            <a:extLst xmlns:a="http://schemas.openxmlformats.org/drawingml/2006/main">
              <a:ext uri="{FF2B5EF4-FFF2-40B4-BE49-F238E27FC236}">
                <a16:creationId xmlns:a16="http://schemas.microsoft.com/office/drawing/2014/main" id="{54DD5434-5084-63C2-861B-6F2CF4BBA245}"/>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58.xml><?xml version="1.0" encoding="utf-8"?>
<p:sldLayout xmlns:p="http://schemas.openxmlformats.org/presentationml/2006/main" preserve="1">
  <p:cSld name="Title + 3points Dark">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endParaRP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4" name="Date Placeholder 3">
            <a:extLst xmlns:a="http://schemas.openxmlformats.org/drawingml/2006/main">
              <a:ext uri="{FF2B5EF4-FFF2-40B4-BE49-F238E27FC236}">
                <a16:creationId xmlns:a16="http://schemas.microsoft.com/office/drawing/2014/main" id="{998C7B89-9919-27D5-3CA3-59231744A8D1}"/>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9" name="Footer Placeholder 8">
            <a:extLst xmlns:a="http://schemas.openxmlformats.org/drawingml/2006/main">
              <a:ext uri="{FF2B5EF4-FFF2-40B4-BE49-F238E27FC236}">
                <a16:creationId xmlns:a16="http://schemas.microsoft.com/office/drawing/2014/main" id="{3E870DE9-DE63-752A-F432-5906F9312978}"/>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5" name="Slide Number Placeholder 14">
            <a:extLst xmlns:a="http://schemas.openxmlformats.org/drawingml/2006/main">
              <a:ext uri="{FF2B5EF4-FFF2-40B4-BE49-F238E27FC236}">
                <a16:creationId xmlns:a16="http://schemas.microsoft.com/office/drawing/2014/main" id="{883696C6-F350-8E61-ECA5-EDD80B9EF607}"/>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59.xml><?xml version="1.0" encoding="utf-8"?>
<p:sldLayout xmlns:p="http://schemas.openxmlformats.org/presentationml/2006/main" preserve="1" userDrawn="1">
  <p:cSld name="Light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lide Number Placeholder 5">
            <a:extLst xmlns:a="http://schemas.openxmlformats.org/drawingml/2006/main">
              <a:ext uri="{FF2B5EF4-FFF2-40B4-BE49-F238E27FC236}">
                <a16:creationId xmlns:a16="http://schemas.microsoft.com/office/drawing/2014/main" id="{0196566A-34C0-2909-1BBA-2F1E01266A0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4" name="Footer Placeholder 4">
            <a:extLst xmlns:a="http://schemas.openxmlformats.org/drawingml/2006/main">
              <a:ext uri="{FF2B5EF4-FFF2-40B4-BE49-F238E27FC236}">
                <a16:creationId xmlns:a16="http://schemas.microsoft.com/office/drawing/2014/main" id="{47D75A6B-90D9-58CE-7BC7-31C53C19C8F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5" name="Date Placeholder 3">
            <a:extLst xmlns:a="http://schemas.openxmlformats.org/drawingml/2006/main">
              <a:ext uri="{FF2B5EF4-FFF2-40B4-BE49-F238E27FC236}">
                <a16:creationId xmlns:a16="http://schemas.microsoft.com/office/drawing/2014/main" id="{33C7F88C-022C-DC8C-F4BA-18F89F1E4ADA}"/>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60.xml><?xml version="1.0" encoding="utf-8"?>
<p:sldLayout xmlns:p="http://schemas.openxmlformats.org/presentationml/2006/main" preserve="1" userDrawn="1">
  <p:cSld name="Dark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61.xml><?xml version="1.0" encoding="utf-8"?>
<p:sldLayout xmlns:p="http://schemas.openxmlformats.org/presentationml/2006/main" preserve="1" userDrawn="1">
  <p:cSld name="Light - Title/Subtitle">
    <p:bg>
      <p:bgRef idx="1001">
        <a:schemeClr xmlns:a="http://schemas.openxmlformats.org/drawingml/2006/main" val="bg2"/>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AC6A8D35-C90D-428D-8E15-6F958679D947}"/>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120DA5B7-17E8-2CF4-4B51-F677DF6CE73C}"/>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5">
            <a:extLst xmlns:a="http://schemas.openxmlformats.org/drawingml/2006/main">
              <a:ext uri="{FF2B5EF4-FFF2-40B4-BE49-F238E27FC236}">
                <a16:creationId xmlns:a16="http://schemas.microsoft.com/office/drawing/2014/main" id="{DBEEF32F-ED74-47E3-D2C3-F1B1AD13F3F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7" name="Footer Placeholder 4">
            <a:extLst xmlns:a="http://schemas.openxmlformats.org/drawingml/2006/main">
              <a:ext uri="{FF2B5EF4-FFF2-40B4-BE49-F238E27FC236}">
                <a16:creationId xmlns:a16="http://schemas.microsoft.com/office/drawing/2014/main" id="{DFD6C787-D3B4-031A-8D4C-3A19D9BDFA78}"/>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8" name="Date Placeholder 3">
            <a:extLst xmlns:a="http://schemas.openxmlformats.org/drawingml/2006/main">
              <a:ext uri="{FF2B5EF4-FFF2-40B4-BE49-F238E27FC236}">
                <a16:creationId xmlns:a16="http://schemas.microsoft.com/office/drawing/2014/main" id="{005CA9E8-9559-78FA-E425-B044F817EEE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62.xml><?xml version="1.0" encoding="utf-8"?>
<p:sldLayout xmlns:p="http://schemas.openxmlformats.org/presentationml/2006/main" preserve="1" userDrawn="1">
  <p:cSld name="Dark - Title/Subtitle">
    <p:bg>
      <p:bgRef idx="1001">
        <a:schemeClr xmlns:a="http://schemas.openxmlformats.org/drawingml/2006/main" val="bg1"/>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1FF06-338B-46FE-B4FE-F72B7ABAED7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756DCC98-315C-61EE-3BD9-275F39B0D5B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5" name="Slide Number Placeholder 7">
            <a:extLst xmlns:a="http://schemas.openxmlformats.org/drawingml/2006/main">
              <a:ext uri="{FF2B5EF4-FFF2-40B4-BE49-F238E27FC236}">
                <a16:creationId xmlns:a16="http://schemas.microsoft.com/office/drawing/2014/main" id="{0511B848-5314-5CFA-E302-CF9747E005C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8" name="Footer Placeholder 6">
            <a:extLst xmlns:a="http://schemas.openxmlformats.org/drawingml/2006/main">
              <a:ext uri="{FF2B5EF4-FFF2-40B4-BE49-F238E27FC236}">
                <a16:creationId xmlns:a16="http://schemas.microsoft.com/office/drawing/2014/main" id="{68D47112-C304-3F08-B268-4678B795725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9" name="Date Placeholder 4">
            <a:extLst xmlns:a="http://schemas.openxmlformats.org/drawingml/2006/main">
              <a:ext uri="{FF2B5EF4-FFF2-40B4-BE49-F238E27FC236}">
                <a16:creationId xmlns:a16="http://schemas.microsoft.com/office/drawing/2014/main" id="{E986AE2C-3C8D-7087-0A03-7B9F6CF293A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63.xml><?xml version="1.0" encoding="utf-8"?>
<p:sldLayout xmlns:p="http://schemas.openxmlformats.org/presentationml/2006/main" preserve="1" userDrawn="1">
  <p:cSld name="Light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fld id="{345D60D9-5372-5F40-9443-0F9AE5BDC3C8}" type="slidenum">
              <a:t>‹#›</a:t>
            </a:fld>
            <a:endParaRPr/>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endParaRP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endParaRPr/>
          </a:p>
        </p:txBody>
      </p:sp>
    </p:spTree>
  </p:cSld>
</p:sldLayout>
</file>

<file path=ppt/slideLayouts/slideLayout64.xml><?xml version="1.0" encoding="utf-8"?>
<p:sldLayout xmlns:p="http://schemas.openxmlformats.org/presentationml/2006/main" preserve="1" userDrawn="1">
  <p:cSld name="Dark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endParaRP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endParaRPr/>
          </a:p>
        </p:txBody>
      </p:sp>
    </p:spTree>
  </p:cSld>
</p:sldLayout>
</file>

<file path=ppt/slideLayouts/slideLayout65.xml><?xml version="1.0" encoding="utf-8"?>
<p:sldLayout xmlns:p="http://schemas.openxmlformats.org/presentationml/2006/main" preserve="1" userDrawn="1">
  <p:cSld name="Light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E4D9CD-CDC4-4642-8CDA-7351404FC2D2}"/>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B28271ED-B1CF-9F0D-4AA0-883D80DEDBF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9" name="Content">
            <a:extLst xmlns:a="http://schemas.openxmlformats.org/drawingml/2006/main">
              <a:ext uri="{FF2B5EF4-FFF2-40B4-BE49-F238E27FC236}">
                <a16:creationId xmlns:a16="http://schemas.microsoft.com/office/drawing/2014/main" id="{B95271D6-CF2C-D8C3-F7FB-D555FC2D9469}"/>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7A59FA82-C146-45DF-AE7B-4B5698706BEA}"/>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E2CE12F3-375D-4B05-A71D-DA14DF8ADB8E}"/>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48C5C278-52DE-4C8A-933B-1109B3282E51}"/>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66.xml><?xml version="1.0" encoding="utf-8"?>
<p:sldLayout xmlns:p="http://schemas.openxmlformats.org/presentationml/2006/main" preserve="1" userDrawn="1">
  <p:cSld name="Dark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E68516-E3E0-4F22-9EB7-1A85E1D3B5A1}"/>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46A3BF75-E03A-3149-A8B6-C22593F32B6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0199"/>
            <a:ext cx="10671175"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657290E2-8EA8-4572-BB48-C18007201785}"/>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C1A7F3B8-F794-4AF5-B07B-32A3084A6AB2}"/>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7A72FE7D-30FF-45E2-9F8B-D073887C33E8}"/>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67.xml><?xml version="1.0" encoding="utf-8"?>
<p:sldLayout xmlns:p="http://schemas.openxmlformats.org/presentationml/2006/main" preserve="1" userDrawn="1">
  <p:cSld name="Light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D69740FE-E1B8-466B-970A-4E081BCA3143}"/>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7" name="Subtitle">
            <a:extLst xmlns:a="http://schemas.openxmlformats.org/drawingml/2006/main">
              <a:ext uri="{FF2B5EF4-FFF2-40B4-BE49-F238E27FC236}">
                <a16:creationId xmlns:a16="http://schemas.microsoft.com/office/drawing/2014/main" id="{1C3705B9-F5B6-D7DA-A986-BD252292278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002F888E-0FBB-6617-9462-4201B11F2A44}"/>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6ED9518F-C0E7-428B-AA0E-B0951DEB82BD}"/>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ntent">
            <a:extLst xmlns:a="http://schemas.openxmlformats.org/drawingml/2006/main">
              <a:ext uri="{FF2B5EF4-FFF2-40B4-BE49-F238E27FC236}">
                <a16:creationId xmlns:a16="http://schemas.microsoft.com/office/drawing/2014/main" id="{4F57E862-706F-9432-1E5B-C66745958B78}"/>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9" name="Slide Number Placeholder 8">
            <a:extLst xmlns:a="http://schemas.openxmlformats.org/drawingml/2006/main">
              <a:ext uri="{FF2B5EF4-FFF2-40B4-BE49-F238E27FC236}">
                <a16:creationId xmlns:a16="http://schemas.microsoft.com/office/drawing/2014/main" id="{424C32FC-D616-45B7-A051-90859CE92D73}"/>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Footer Placeholder 7">
            <a:extLst xmlns:a="http://schemas.openxmlformats.org/drawingml/2006/main">
              <a:ext uri="{FF2B5EF4-FFF2-40B4-BE49-F238E27FC236}">
                <a16:creationId xmlns:a16="http://schemas.microsoft.com/office/drawing/2014/main" id="{48F71CDA-982A-476F-ADB7-47031714FD6F}"/>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4" name="Date Placeholder 3">
            <a:extLst xmlns:a="http://schemas.openxmlformats.org/drawingml/2006/main">
              <a:ext uri="{FF2B5EF4-FFF2-40B4-BE49-F238E27FC236}">
                <a16:creationId xmlns:a16="http://schemas.microsoft.com/office/drawing/2014/main" id="{4B5A409C-CB05-4133-9F5F-1D2097DE34E0}"/>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68.xml><?xml version="1.0" encoding="utf-8"?>
<p:sldLayout xmlns:p="http://schemas.openxmlformats.org/presentationml/2006/main" preserve="1" userDrawn="1">
  <p:cSld name="Dark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11" name="Title 1">
            <a:extLst xmlns:a="http://schemas.openxmlformats.org/drawingml/2006/main">
              <a:ext uri="{FF2B5EF4-FFF2-40B4-BE49-F238E27FC236}">
                <a16:creationId xmlns:a16="http://schemas.microsoft.com/office/drawing/2014/main" id="{16E20D12-1316-3177-701A-67F81626368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Subtitle">
            <a:extLst xmlns:a="http://schemas.openxmlformats.org/drawingml/2006/main">
              <a:ext uri="{FF2B5EF4-FFF2-40B4-BE49-F238E27FC236}">
                <a16:creationId xmlns:a16="http://schemas.microsoft.com/office/drawing/2014/main" id="{491B9BE2-1C80-DD0F-2348-944405667FA4}"/>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a:p xmlns:a="http://schemas.openxmlformats.org/drawingml/2006/main">
            <a:pPr lvl="5">
              <a:buNone/>
            </a:pPr>
            <a:r>
              <a:t>Sixth level</a:t>
            </a:r>
          </a:p>
        </p:txBody>
      </p:sp>
      <p:sp>
        <p:nvSpPr>
          <p:cNvPr id="8" name="Content">
            <a:extLst xmlns:a="http://schemas.openxmlformats.org/drawingml/2006/main">
              <a:ext uri="{FF2B5EF4-FFF2-40B4-BE49-F238E27FC236}">
                <a16:creationId xmlns:a16="http://schemas.microsoft.com/office/drawing/2014/main" id="{1A8D2713-0A2C-B9EC-921A-E43EBB54D7F1}"/>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Column Divider">
            <a:extLst xmlns:a="http://schemas.openxmlformats.org/drawingml/2006/main">
              <a:ext uri="{FF2B5EF4-FFF2-40B4-BE49-F238E27FC236}">
                <a16:creationId xmlns:a16="http://schemas.microsoft.com/office/drawing/2014/main" id="{572D35CE-559E-48EC-A98F-04F57413CB27}"/>
              </a:ext>
            </a:extLst>
          </p:cNvPr>
          <p:cNvSpPr>
            <a:spLocks xmlns:a="http://schemas.openxmlformats.org/drawingml/2006/main" noGrp="1"/>
          </p:cNvSpPr>
          <p:nvPr/>
        </p:nvSpPr>
        <p:spPr>
          <a:xfrm xmlns:a="http://schemas.openxmlformats.org/drawingml/2006/main">
            <a:off x="6096000"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69.xml><?xml version="1.0" encoding="utf-8"?>
<p:sldLayout xmlns:p="http://schemas.openxmlformats.org/presentationml/2006/main" preserve="1" userDrawn="1">
  <p:cSld name="Light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26210A-4112-4730-8F81-3CAE5C391FDB}"/>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a:lvl1pPr>
          </a:lstStyle>
          <a:p xmlns:a="http://schemas.openxmlformats.org/drawingml/2006/main">
            <a:r>
              <a:t>Title</a:t>
            </a:r>
          </a:p>
        </p:txBody>
      </p:sp>
      <p:sp>
        <p:nvSpPr>
          <p:cNvPr id="11" name="Subtitle">
            <a:extLst xmlns:a="http://schemas.openxmlformats.org/drawingml/2006/main">
              <a:ext uri="{FF2B5EF4-FFF2-40B4-BE49-F238E27FC236}">
                <a16:creationId xmlns:a16="http://schemas.microsoft.com/office/drawing/2014/main" id="{AC6B64F9-2DA0-A690-C71E-B99D471B02D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CC34BF80-B5D4-D7B6-8CCA-80AF04A72B45}"/>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Content">
            <a:extLst xmlns:a="http://schemas.openxmlformats.org/drawingml/2006/main">
              <a:ext uri="{FF2B5EF4-FFF2-40B4-BE49-F238E27FC236}">
                <a16:creationId xmlns:a16="http://schemas.microsoft.com/office/drawing/2014/main" id="{C0573275-C70D-AE89-EF3D-A7DAC9B01BE7}"/>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Content">
            <a:extLst xmlns:a="http://schemas.openxmlformats.org/drawingml/2006/main">
              <a:ext uri="{FF2B5EF4-FFF2-40B4-BE49-F238E27FC236}">
                <a16:creationId xmlns:a16="http://schemas.microsoft.com/office/drawing/2014/main" id="{2CF00143-3379-1D5D-5D8F-463C800F8EA1}"/>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23814062-EB64-48B1-B286-A66CFE985B47}"/>
              </a:ext>
            </a:extLst>
          </p:cNvPr>
          <p:cNvSpPr>
            <a:spLocks xmlns:a="http://schemas.openxmlformats.org/drawingml/2006/main" noGrp="1"/>
          </p:cNvSpPr>
          <p:nvPr/>
        </p:nvSpPr>
        <p:spPr>
          <a:xfrm xmlns:a="http://schemas.openxmlformats.org/drawingml/2006/main">
            <a:off x="4261915"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D2A33197-1A33-4D46-984E-E2A7F9D342F2}"/>
              </a:ext>
            </a:extLst>
          </p:cNvPr>
          <p:cNvSpPr>
            <a:spLocks xmlns:a="http://schemas.openxmlformats.org/drawingml/2006/main" noGrp="1"/>
          </p:cNvSpPr>
          <p:nvPr/>
        </p:nvSpPr>
        <p:spPr>
          <a:xfrm xmlns:a="http://schemas.openxmlformats.org/drawingml/2006/main">
            <a:off x="7951236"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4">
            <a:extLst xmlns:a="http://schemas.openxmlformats.org/drawingml/2006/main">
              <a:ext uri="{FF2B5EF4-FFF2-40B4-BE49-F238E27FC236}">
                <a16:creationId xmlns:a16="http://schemas.microsoft.com/office/drawing/2014/main" id="{6CAD3E0A-0143-42FC-B8B6-EBC1FF990000}"/>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7" name="Footer Placeholder 6">
            <a:extLst xmlns:a="http://schemas.openxmlformats.org/drawingml/2006/main">
              <a:ext uri="{FF2B5EF4-FFF2-40B4-BE49-F238E27FC236}">
                <a16:creationId xmlns:a16="http://schemas.microsoft.com/office/drawing/2014/main" id="{7D46B54D-91F2-4210-9BEA-3B59824207D9}"/>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8" name="Slide Number Placeholder 7">
            <a:extLst xmlns:a="http://schemas.openxmlformats.org/drawingml/2006/main">
              <a:ext uri="{FF2B5EF4-FFF2-40B4-BE49-F238E27FC236}">
                <a16:creationId xmlns:a16="http://schemas.microsoft.com/office/drawing/2014/main" id="{F0900B02-4438-4597-85D3-D93A97B1546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Tree>
  </p:cSld>
</p:sldLayout>
</file>

<file path=ppt/slideLayouts/slideLayout70.xml><?xml version="1.0" encoding="utf-8"?>
<p:sldLayout xmlns:p="http://schemas.openxmlformats.org/presentationml/2006/main" preserve="1" userDrawn="1">
  <p:cSld name="Dark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EEBF987F-38F4-709F-2C5C-6A33F92ABAC2}"/>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Content">
            <a:extLst xmlns:a="http://schemas.openxmlformats.org/drawingml/2006/main">
              <a:ext uri="{FF2B5EF4-FFF2-40B4-BE49-F238E27FC236}">
                <a16:creationId xmlns:a16="http://schemas.microsoft.com/office/drawing/2014/main" id="{C8007CC0-7806-5000-E1A2-EE5C157D0752}"/>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 name="Content">
            <a:extLst xmlns:a="http://schemas.openxmlformats.org/drawingml/2006/main">
              <a:ext uri="{FF2B5EF4-FFF2-40B4-BE49-F238E27FC236}">
                <a16:creationId xmlns:a16="http://schemas.microsoft.com/office/drawing/2014/main" id="{67D5716D-0077-0121-818A-02B0496ECCC9}"/>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AB220226-CB47-4655-9919-817481E87368}"/>
              </a:ext>
            </a:extLst>
          </p:cNvPr>
          <p:cNvSpPr>
            <a:spLocks xmlns:a="http://schemas.openxmlformats.org/drawingml/2006/main" noGrp="1"/>
          </p:cNvSpPr>
          <p:nvPr/>
        </p:nvSpPr>
        <p:spPr>
          <a:xfrm xmlns:a="http://schemas.openxmlformats.org/drawingml/2006/main">
            <a:off x="4261915"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9206615F-CB73-4BFC-97C2-E0E15CF2249C}"/>
              </a:ext>
            </a:extLst>
          </p:cNvPr>
          <p:cNvSpPr>
            <a:spLocks xmlns:a="http://schemas.openxmlformats.org/drawingml/2006/main" noGrp="1"/>
          </p:cNvSpPr>
          <p:nvPr/>
        </p:nvSpPr>
        <p:spPr>
          <a:xfrm xmlns:a="http://schemas.openxmlformats.org/drawingml/2006/main">
            <a:off x="7951236"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endParaRPr/>
          </a:p>
        </p:txBody>
      </p:sp>
    </p:spTree>
  </p:cSld>
</p:sldLayout>
</file>

<file path=ppt/slideLayouts/slideLayout71.xml><?xml version="1.0" encoding="utf-8"?>
<p:sldLayout xmlns:p="http://schemas.openxmlformats.org/presentationml/2006/main" preserve="1" userDrawn="1">
  <p:cSld name="Dark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endParaRP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Column Divider">
            <a:extLst xmlns:a="http://schemas.openxmlformats.org/drawingml/2006/main">
              <a:ext uri="{FF2B5EF4-FFF2-40B4-BE49-F238E27FC236}">
                <a16:creationId xmlns:a16="http://schemas.microsoft.com/office/drawing/2014/main" id="{0CCCDDBB-0DAE-420A-A771-1B483098CFB2}"/>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D2F73E43-C972-43F7-822A-09B934C2A551}"/>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98C22657-9582-49A7-892C-DA57217703AD}"/>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72.xml><?xml version="1.0" encoding="utf-8"?>
<p:sldLayout xmlns:p="http://schemas.openxmlformats.org/presentationml/2006/main" preserve="1" userDrawn="1">
  <p:cSld name="Light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endParaRP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Column Divider">
            <a:extLst xmlns:a="http://schemas.openxmlformats.org/drawingml/2006/main">
              <a:ext uri="{FF2B5EF4-FFF2-40B4-BE49-F238E27FC236}">
                <a16:creationId xmlns:a16="http://schemas.microsoft.com/office/drawing/2014/main" id="{54668ECD-5CF4-416D-9DE0-66721387D997}"/>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77E28398-9D3C-4C14-B832-45AB1A10B55D}"/>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831FEB1D-F423-407F-8FB9-AA74036F023A}"/>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ubtitle">
            <a:extLst xmlns:a="http://schemas.openxmlformats.org/drawingml/2006/main">
              <a:ext uri="{FF2B5EF4-FFF2-40B4-BE49-F238E27FC236}">
                <a16:creationId xmlns:a16="http://schemas.microsoft.com/office/drawing/2014/main" id="{C9A0F016-4DAC-1E29-77F1-0AE34075820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Tree>
  </p:cSld>
</p:sldLayout>
</file>

<file path=ppt/slideLayouts/slideLayout73.xml><?xml version="1.0" encoding="utf-8"?>
<p:sldLayout xmlns:p="http://schemas.openxmlformats.org/presentationml/2006/main" preserve="1" userDrawn="1">
  <p:cSld name="Light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p xmlns:a="http://schemas.openxmlformats.org/drawingml/2006/main">
            <a:r>
              <a:t>Click icon to add picture</a:t>
            </a:r>
          </a:p>
        </p:txBody>
      </p:sp>
    </p:spTree>
  </p:cSld>
</p:sldLayout>
</file>

<file path=ppt/slideLayouts/slideLayout74.xml><?xml version="1.0" encoding="utf-8"?>
<p:sldLayout xmlns:p="http://schemas.openxmlformats.org/presentationml/2006/main" preserve="1" userDrawn="1">
  <p:cSld name="Dark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hasCustomPrompt="1"/>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lvl1pPr algn="ct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75.xml><?xml version="1.0" encoding="utf-8"?>
<p:sldLayout xmlns:p="http://schemas.openxmlformats.org/presentationml/2006/main" preserve="1" userDrawn="1">
  <p:cSld name="Light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72844" y="4983135"/>
            <a:ext cx="605462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72844" y="5320728"/>
            <a:ext cx="6054629"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6190524B-9853-A3B5-6016-2D547D457D4C}"/>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Picture Placeholder 6">
            <a:extLst xmlns:a="http://schemas.openxmlformats.org/drawingml/2006/main">
              <a:ext uri="{FF2B5EF4-FFF2-40B4-BE49-F238E27FC236}">
                <a16:creationId xmlns:a16="http://schemas.microsoft.com/office/drawing/2014/main" id="{6145069B-D056-45AF-BC91-ABDBFD0C3D17}"/>
              </a:ext>
            </a:extLst>
          </p:cNvPr>
          <p:cNvSpPr>
            <a:spLocks xmlns:a="http://schemas.openxmlformats.org/drawingml/2006/main" noGrp="1"/>
          </p:cNvSpPr>
          <p:nvPr>
            <p:ph type="pic" idx="42" hasCustomPrompt="1"/>
          </p:nvPr>
        </p:nvSpPr>
        <p:spPr>
          <a:xfrm xmlns:a="http://schemas.openxmlformats.org/drawingml/2006/main">
            <a:off x="0" y="-2"/>
            <a:ext cx="4876800" cy="6858000"/>
          </a:xfrm>
        </p:spPr>
        <p:txBody>
          <a:bodyPr xmlns:a="http://schemas.openxmlformats.org/drawingml/2006/main" anchor="ctr"/>
          <a:lstStyle xmlns:a="http://schemas.openxmlformats.org/drawingml/2006/main">
            <a:lvl1pP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endParaRPr/>
          </a:p>
          <a:p xmlns:a="http://schemas.openxmlformats.org/drawingml/2006/main">
            <a:pPr marL="0" marR="0" lvl="0" indent="0" algn="l" defTabSz="914400">
              <a:lnSpc>
                <a:spcPct val="95000"/>
              </a:lnSpc>
              <a:spcBef>
                <a:spcPts val="600"/>
              </a:spcBef>
              <a:spcAft>
                <a:spcPts val="0"/>
              </a:spcAft>
              <a:buClrTx/>
              <a:buSzTx/>
              <a:buFont typeface="System Font Regular"/>
              <a:buNone/>
            </a:pPr>
            <a:endParaRPr/>
          </a:p>
        </p:txBody>
      </p:sp>
      <p:sp>
        <p:nvSpPr>
          <p:cNvPr id="9" name="Slide Number Placeholder 5">
            <a:extLst xmlns:a="http://schemas.openxmlformats.org/drawingml/2006/main">
              <a:ext uri="{FF2B5EF4-FFF2-40B4-BE49-F238E27FC236}">
                <a16:creationId xmlns:a16="http://schemas.microsoft.com/office/drawing/2014/main" id="{6D383948-15D7-7125-EC6C-CB63EC77CA18}"/>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10" name="Footer Placeholder 4">
            <a:extLst xmlns:a="http://schemas.openxmlformats.org/drawingml/2006/main">
              <a:ext uri="{FF2B5EF4-FFF2-40B4-BE49-F238E27FC236}">
                <a16:creationId xmlns:a16="http://schemas.microsoft.com/office/drawing/2014/main" id="{FD46CC1D-F4C5-32B1-5BBE-B6CFF28BAB96}"/>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12" name="Date Placeholder 3">
            <a:extLst xmlns:a="http://schemas.openxmlformats.org/drawingml/2006/main">
              <a:ext uri="{FF2B5EF4-FFF2-40B4-BE49-F238E27FC236}">
                <a16:creationId xmlns:a16="http://schemas.microsoft.com/office/drawing/2014/main" id="{9D38F3F9-78BB-AD8B-F9E3-58010BFE256F}"/>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4" name="Accent mark">
            <a:extLst xmlns:a="http://schemas.openxmlformats.org/drawingml/2006/main">
              <a:ext uri="{FF2B5EF4-FFF2-40B4-BE49-F238E27FC236}">
                <a16:creationId xmlns:a16="http://schemas.microsoft.com/office/drawing/2014/main" id="{9693ED60-0244-537F-7CCC-D2E56AF0B93F}"/>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76.xml><?xml version="1.0" encoding="utf-8"?>
<p:sldLayout xmlns:p="http://schemas.openxmlformats.org/presentationml/2006/main" preserve="1" userDrawn="1">
  <p:cSld name="Dark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10" name="Quote">
            <a:extLst xmlns:a="http://schemas.openxmlformats.org/drawingml/2006/main">
              <a:ext uri="{FF2B5EF4-FFF2-40B4-BE49-F238E27FC236}">
                <a16:creationId xmlns:a16="http://schemas.microsoft.com/office/drawing/2014/main" id="{04AE5B2A-AF85-83D6-EC24-EFCB6E567112}"/>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85816" y="4983135"/>
            <a:ext cx="6051272"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85816" y="5320728"/>
            <a:ext cx="6051272"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3CB52BCF-4E23-BA44-5C50-AFEA7DFA337E}"/>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4">
            <a:extLst xmlns:a="http://schemas.openxmlformats.org/drawingml/2006/main">
              <a:ext uri="{FF2B5EF4-FFF2-40B4-BE49-F238E27FC236}">
                <a16:creationId xmlns:a16="http://schemas.microsoft.com/office/drawing/2014/main" id="{EF3D1FF3-649D-46E2-9FDF-D1A77643F22A}"/>
              </a:ext>
            </a:extLst>
          </p:cNvPr>
          <p:cNvSpPr>
            <a:spLocks xmlns:a="http://schemas.openxmlformats.org/drawingml/2006/main" noGrp="1"/>
          </p:cNvSpPr>
          <p:nvPr>
            <p:ph type="pic" idx="42" hasCustomPrompt="1"/>
          </p:nvPr>
        </p:nvSpPr>
        <p:spPr>
          <a:xfrm xmlns:a="http://schemas.openxmlformats.org/drawingml/2006/main">
            <a:off x="0" y="0"/>
            <a:ext cx="4876800" cy="6858000"/>
          </a:xfrm>
        </p:spPr>
        <p:txBody>
          <a:bodyPr xmlns:a="http://schemas.openxmlformats.org/drawingml/2006/main" anchor="ctr"/>
          <a:lstStyle xmlns:a="http://schemas.openxmlformats.org/drawingml/2006/main">
            <a:lvl1pPr marL="0" marR="0" indent="0" algn="l" defTabSz="914400">
              <a:lnSpc>
                <a:spcPct val="95000"/>
              </a:lnSpc>
              <a:spcBef>
                <a:spcPts val="600"/>
              </a:spcBef>
              <a:spcAft>
                <a:spcPts val="0"/>
              </a:spcAft>
              <a:buClrTx/>
              <a:buSzTx/>
              <a:buFont typeface="System Font Regula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endParaRPr/>
          </a:p>
          <a:p xmlns:a="http://schemas.openxmlformats.org/drawingml/2006/main">
            <a:pPr marL="0" marR="0" lvl="0" indent="0" algn="l" defTabSz="914400">
              <a:lnSpc>
                <a:spcPct val="95000"/>
              </a:lnSpc>
              <a:spcBef>
                <a:spcPts val="600"/>
              </a:spcBef>
              <a:spcAft>
                <a:spcPts val="0"/>
              </a:spcAft>
              <a:buClrTx/>
              <a:buSzTx/>
              <a:buFont typeface="System Font Regular"/>
              <a:buNone/>
            </a:pPr>
            <a:endParaRPr/>
          </a:p>
        </p:txBody>
      </p:sp>
      <p:sp>
        <p:nvSpPr>
          <p:cNvPr id="8" name="Slide Number Placeholder 7">
            <a:extLst xmlns:a="http://schemas.openxmlformats.org/drawingml/2006/main">
              <a:ext uri="{FF2B5EF4-FFF2-40B4-BE49-F238E27FC236}">
                <a16:creationId xmlns:a16="http://schemas.microsoft.com/office/drawing/2014/main" id="{74012F76-56F8-02E5-D4BF-72EE9E58CDB6}"/>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9" name="Footer Placeholder 6">
            <a:extLst xmlns:a="http://schemas.openxmlformats.org/drawingml/2006/main">
              <a:ext uri="{FF2B5EF4-FFF2-40B4-BE49-F238E27FC236}">
                <a16:creationId xmlns:a16="http://schemas.microsoft.com/office/drawing/2014/main" id="{3DC697D7-91D3-03A4-C4DD-83F24262397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2" name="Date Placeholder 4">
            <a:extLst xmlns:a="http://schemas.openxmlformats.org/drawingml/2006/main">
              <a:ext uri="{FF2B5EF4-FFF2-40B4-BE49-F238E27FC236}">
                <a16:creationId xmlns:a16="http://schemas.microsoft.com/office/drawing/2014/main" id="{18E33BA5-8373-D6D1-7F87-133CF184972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4" name="Accent mark">
            <a:extLst xmlns:a="http://schemas.openxmlformats.org/drawingml/2006/main">
              <a:ext uri="{FF2B5EF4-FFF2-40B4-BE49-F238E27FC236}">
                <a16:creationId xmlns:a16="http://schemas.microsoft.com/office/drawing/2014/main" id="{99B99AF4-E9E4-23D9-4E0C-A8017ECCDA64}"/>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77.xml><?xml version="1.0" encoding="utf-8"?>
<p:sldLayout xmlns:p="http://schemas.openxmlformats.org/presentationml/2006/main" preserve="1" userDrawn="1">
  <p:cSld name="Left Rail - Light">
    <p:bg>
      <p:bgRef idx="1001">
        <a:schemeClr xmlns:a="http://schemas.openxmlformats.org/drawingml/2006/main" val="bg2"/>
      </p:bgRef>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CB705EA2-F116-883A-32A5-62C3C550DC70}"/>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78.xml><?xml version="1.0" encoding="utf-8"?>
<p:sldLayout xmlns:p="http://schemas.openxmlformats.org/presentationml/2006/main" preserve="1" userDrawn="1">
  <p:cSld name="Left Rail - Dark">
    <p:bg>
      <p:bgRef idx="1001">
        <a:schemeClr xmlns:a="http://schemas.openxmlformats.org/drawingml/2006/main" val="bg2"/>
      </p:bgRef>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9B625BA6-E661-F94B-6FD6-217579854D3C}"/>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solidFill>
                  <a:schemeClr val="tx1"/>
                </a:solidFill>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79.xml><?xml version="1.0" encoding="utf-8"?>
<p:sldLayout xmlns:p="http://schemas.openxmlformats.org/presentationml/2006/main" preserve="1" userDrawn="1">
  <p:cSld name="Content + Illustration_Light">
    <p:bg>
      <p:bgRef idx="1001">
        <a:schemeClr xmlns:a="http://schemas.openxmlformats.org/drawingml/2006/main" val="bg2"/>
      </p:bgRef>
    </p:bg>
    <p:spTree>
      <p:nvGrpSpPr>
        <p:cNvPr id="1" name=""/>
        <p:cNvGrpSpPr/>
        <p:nvPr/>
      </p:nvGrpSpPr>
      <p:grpSpPr>
        <a:xfrm xmlns:a="http://schemas.openxmlformats.org/drawingml/2006/main"/>
      </p:grpSpPr>
      <p:sp>
        <p:nvSpPr>
          <p:cNvPr id="23" name="Title 1">
            <a:extLst xmlns:a="http://schemas.openxmlformats.org/drawingml/2006/main">
              <a:ext uri="{FF2B5EF4-FFF2-40B4-BE49-F238E27FC236}">
                <a16:creationId xmlns:a16="http://schemas.microsoft.com/office/drawing/2014/main" id="{8A0A7166-96D6-457B-8CE6-21491B0153C5}"/>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2F837A2F-4A14-0DC4-608A-F65C24823266}"/>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p:txBody>
      </p:sp>
      <p:pic>
        <p:nvPicPr>
          <p:cNvPr id="28" name="OTag"/>
          <p:cNvPicPr>
            <a:picLocks xmlns:a="http://schemas.openxmlformats.org/drawingml/2006/main" noChangeAspect="1"/>
          </p:cNvPicPr>
          <p:nvPr/>
        </p:nvPicPr>
        <p:blipFill>
          <a:blip xmlns:r="http://schemas.openxmlformats.org/officeDocument/2006/relationships" xmlns:a="http://schemas.openxmlformats.org/drawingml/2006/main" r:embed="R6c37ab7d3e5e4609"/>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91B7B17D-763D-5F99-0CC2-80B2CC63E130}"/>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17" name="Text Placeholder 19">
            <a:extLst xmlns:a="http://schemas.openxmlformats.org/drawingml/2006/main">
              <a:ext uri="{FF2B5EF4-FFF2-40B4-BE49-F238E27FC236}">
                <a16:creationId xmlns:a16="http://schemas.microsoft.com/office/drawing/2014/main" id="{F95C4F20-D940-4F84-4840-DD649575E2CD}"/>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5" name="Text Placeholder 21">
            <a:extLst xmlns:a="http://schemas.openxmlformats.org/drawingml/2006/main">
              <a:ext uri="{FF2B5EF4-FFF2-40B4-BE49-F238E27FC236}">
                <a16:creationId xmlns:a16="http://schemas.microsoft.com/office/drawing/2014/main" id="{5DE24B9A-F5B4-C415-A25C-25FE02976EEF}"/>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19" name="Text Placeholder 19">
            <a:extLst xmlns:a="http://schemas.openxmlformats.org/drawingml/2006/main">
              <a:ext uri="{FF2B5EF4-FFF2-40B4-BE49-F238E27FC236}">
                <a16:creationId xmlns:a16="http://schemas.microsoft.com/office/drawing/2014/main" id="{E725E68E-222F-2174-3EDA-49279B3A0D6A}"/>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6" name="Text Placeholder 21">
            <a:extLst xmlns:a="http://schemas.openxmlformats.org/drawingml/2006/main">
              <a:ext uri="{FF2B5EF4-FFF2-40B4-BE49-F238E27FC236}">
                <a16:creationId xmlns:a16="http://schemas.microsoft.com/office/drawing/2014/main" id="{2080E49F-0C27-1D0D-3ADD-B37ABD6F37FA}"/>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0" name="Text Placeholder 19">
            <a:extLst xmlns:a="http://schemas.openxmlformats.org/drawingml/2006/main">
              <a:ext uri="{FF2B5EF4-FFF2-40B4-BE49-F238E27FC236}">
                <a16:creationId xmlns:a16="http://schemas.microsoft.com/office/drawing/2014/main" id="{85BD9371-1A26-2813-D974-5AAA802C8FF9}"/>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7" name="Date Placeholder 6">
            <a:extLst xmlns:a="http://schemas.openxmlformats.org/drawingml/2006/main">
              <a:ext uri="{FF2B5EF4-FFF2-40B4-BE49-F238E27FC236}">
                <a16:creationId xmlns:a16="http://schemas.microsoft.com/office/drawing/2014/main" id="{94AF7987-C710-3871-B657-891515739542}"/>
              </a:ext>
            </a:extLst>
          </p:cNvPr>
          <p:cNvSpPr>
            <a:spLocks xmlns:a="http://schemas.openxmlformats.org/drawingml/2006/main" noGrp="1"/>
          </p:cNvSpPr>
          <p:nvPr>
            <p:ph type="dt"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8" name="Footer Placeholder 7">
            <a:extLst xmlns:a="http://schemas.openxmlformats.org/drawingml/2006/main">
              <a:ext uri="{FF2B5EF4-FFF2-40B4-BE49-F238E27FC236}">
                <a16:creationId xmlns:a16="http://schemas.microsoft.com/office/drawing/2014/main" id="{A47B4B01-B49C-CB08-78E3-DAB353AFE68D}"/>
              </a:ext>
            </a:extLst>
          </p:cNvPr>
          <p:cNvSpPr>
            <a:spLocks xmlns:a="http://schemas.openxmlformats.org/drawingml/2006/main" noGrp="1"/>
          </p:cNvSpPr>
          <p:nvPr>
            <p:ph type="ftr"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9" name="Slide Number Placeholder 8">
            <a:extLst xmlns:a="http://schemas.openxmlformats.org/drawingml/2006/main">
              <a:ext uri="{FF2B5EF4-FFF2-40B4-BE49-F238E27FC236}">
                <a16:creationId xmlns:a16="http://schemas.microsoft.com/office/drawing/2014/main" id="{6378DD8F-6EC1-338B-B6F1-7361BA5C390D}"/>
              </a:ext>
            </a:extLst>
          </p:cNvPr>
          <p:cNvSpPr>
            <a:spLocks xmlns:a="http://schemas.openxmlformats.org/drawingml/2006/main" noGrp="1"/>
          </p:cNvSpPr>
          <p:nvPr>
            <p:ph type="sldNum" idx="4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Tree>
  </p:cSld>
</p:sldLayout>
</file>

<file path=ppt/slideLayouts/slideLayout80.xml><?xml version="1.0" encoding="utf-8"?>
<p:sldLayout xmlns:p="http://schemas.openxmlformats.org/presentationml/2006/main" preserve="1" userDrawn="1">
  <p:cSld name="Content + Illustration_Dark">
    <p:bg>
      <p:bgRef idx="1001">
        <a:schemeClr xmlns:a="http://schemas.openxmlformats.org/drawingml/2006/main" val="bg2"/>
      </p:bgRef>
    </p:bg>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90AAD36B-6012-46AE-9059-48412FF4F4CE}"/>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3" name="Subtitle">
            <a:extLst xmlns:a="http://schemas.openxmlformats.org/drawingml/2006/main">
              <a:ext uri="{FF2B5EF4-FFF2-40B4-BE49-F238E27FC236}">
                <a16:creationId xmlns:a16="http://schemas.microsoft.com/office/drawing/2014/main" id="{2F0BE92C-B4B2-428B-05A0-35A0A1E50208}"/>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7" name="Text Placeholder 21">
            <a:extLst xmlns:a="http://schemas.openxmlformats.org/drawingml/2006/main">
              <a:ext uri="{FF2B5EF4-FFF2-40B4-BE49-F238E27FC236}">
                <a16:creationId xmlns:a16="http://schemas.microsoft.com/office/drawing/2014/main" id="{D94B5212-F918-DF01-5172-A319C17449A7}"/>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0" name="Text Placeholder 19">
            <a:extLst xmlns:a="http://schemas.openxmlformats.org/drawingml/2006/main">
              <a:ext uri="{FF2B5EF4-FFF2-40B4-BE49-F238E27FC236}">
                <a16:creationId xmlns:a16="http://schemas.microsoft.com/office/drawing/2014/main" id="{3FE2B7B3-F269-EFB7-7B21-A67456B5D4CB}"/>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9" name="Text Placeholder 21">
            <a:extLst xmlns:a="http://schemas.openxmlformats.org/drawingml/2006/main">
              <a:ext uri="{FF2B5EF4-FFF2-40B4-BE49-F238E27FC236}">
                <a16:creationId xmlns:a16="http://schemas.microsoft.com/office/drawing/2014/main" id="{BCEC7A68-80D1-7F0E-65E6-F442ED207687}"/>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1" name="Text Placeholder 19">
            <a:extLst xmlns:a="http://schemas.openxmlformats.org/drawingml/2006/main">
              <a:ext uri="{FF2B5EF4-FFF2-40B4-BE49-F238E27FC236}">
                <a16:creationId xmlns:a16="http://schemas.microsoft.com/office/drawing/2014/main" id="{D61461B8-CD09-2000-05E6-9B3BC9D25CD5}"/>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1" name="Text Placeholder 21">
            <a:extLst xmlns:a="http://schemas.openxmlformats.org/drawingml/2006/main">
              <a:ext uri="{FF2B5EF4-FFF2-40B4-BE49-F238E27FC236}">
                <a16:creationId xmlns:a16="http://schemas.microsoft.com/office/drawing/2014/main" id="{A3E124E7-38A2-4149-5708-BE9F62CFA604}"/>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2" name="Text Placeholder 19">
            <a:extLst xmlns:a="http://schemas.openxmlformats.org/drawingml/2006/main">
              <a:ext uri="{FF2B5EF4-FFF2-40B4-BE49-F238E27FC236}">
                <a16:creationId xmlns:a16="http://schemas.microsoft.com/office/drawing/2014/main" id="{4FBE4EEC-B947-E852-0B29-987839C3A3D6}"/>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bg1"/>
                </a:solidFill>
                <a:latin typeface="Oracle Sans Tab Light"/>
                <a:ea typeface="Oracle Sans Tab Light"/>
                <a:cs typeface="Oracle Sans Tab Light"/>
              </a:defRPr>
            </a:lvl1pPr>
          </a:lstStyle>
          <a:p xmlns:a="http://schemas.openxmlformats.org/drawingml/2006/main">
            <a:r>
              <a:t>Click to add photo or illustration</a:t>
            </a:r>
          </a:p>
          <a:p xmlns:a="http://schemas.openxmlformats.org/drawingml/2006/main">
            <a:endParaRPr/>
          </a:p>
        </p:txBody>
      </p:sp>
      <p:pic>
        <p:nvPicPr>
          <p:cNvPr id="33" name="OTag"/>
          <p:cNvPicPr>
            <a:picLocks xmlns:a="http://schemas.openxmlformats.org/drawingml/2006/main" noChangeAspect="1"/>
          </p:cNvPicPr>
          <p:nvPr/>
        </p:nvPicPr>
        <p:blipFill>
          <a:blip xmlns:r="http://schemas.openxmlformats.org/officeDocument/2006/relationships" xmlns:a="http://schemas.openxmlformats.org/drawingml/2006/main" r:embed="R545751f785524cfc"/>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 name="Slide Number Placeholder 7">
            <a:extLst xmlns:a="http://schemas.openxmlformats.org/drawingml/2006/main">
              <a:ext uri="{FF2B5EF4-FFF2-40B4-BE49-F238E27FC236}">
                <a16:creationId xmlns:a16="http://schemas.microsoft.com/office/drawing/2014/main" id="{8AC454DE-00F0-4427-48D5-1DC459110090}"/>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28FED12C-599D-4CB3-E602-5CD82B6F039D}"/>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61F25286-7A1D-EBA0-D474-81129CEE733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81.xml><?xml version="1.0" encoding="utf-8"?>
<p:sldLayout xmlns:p="http://schemas.openxmlformats.org/presentationml/2006/main" preserve="1" userDrawn="1">
  <p:cSld name="Light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9FC0DC-6C36-4AC7-90FE-9BE28E17F1B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Picture Placeholder 2">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905836"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Text Placeholder 21">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11" name="Text Placeholder 21">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5" name="Straight Connector 4">
            <a:extLst xmlns:a="http://schemas.openxmlformats.org/drawingml/2006/main">
              <a:ext uri="{FF2B5EF4-FFF2-40B4-BE49-F238E27FC236}">
                <a16:creationId xmlns:a16="http://schemas.microsoft.com/office/drawing/2014/main" id="{AB690172-CF4B-4518-AE71-A330959C72F9}"/>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2" name="Picture Placeholder 2">
            <a:extLst xmlns:a="http://schemas.openxmlformats.org/drawingml/2006/main">
              <a:ext uri="{FF2B5EF4-FFF2-40B4-BE49-F238E27FC236}">
                <a16:creationId xmlns:a16="http://schemas.microsoft.com/office/drawing/2014/main" id="{00545EAB-02F2-4D35-839F-11095FE3779B}"/>
              </a:ext>
            </a:extLst>
          </p:cNvPr>
          <p:cNvSpPr>
            <a:spLocks xmlns:a="http://schemas.openxmlformats.org/drawingml/2006/main" noGrp="1"/>
          </p:cNvSpPr>
          <p:nvPr>
            <p:ph type="pic" idx="33" hasCustomPrompt="1"/>
          </p:nvPr>
        </p:nvSpPr>
        <p:spPr>
          <a:xfrm xmlns:a="http://schemas.openxmlformats.org/drawingml/2006/main">
            <a:off x="4797315"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3" name="Text Placeholder 21">
            <a:extLst xmlns:a="http://schemas.openxmlformats.org/drawingml/2006/main">
              <a:ext uri="{FF2B5EF4-FFF2-40B4-BE49-F238E27FC236}">
                <a16:creationId xmlns:a16="http://schemas.microsoft.com/office/drawing/2014/main" id="{C85CBC82-72D6-46B3-9B52-627E5BC2BC55}"/>
              </a:ext>
            </a:extLst>
          </p:cNvPr>
          <p:cNvSpPr>
            <a:spLocks xmlns:a="http://schemas.openxmlformats.org/drawingml/2006/main" noGrp="1"/>
          </p:cNvSpPr>
          <p:nvPr>
            <p:ph type="body" idx="34"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9" name="Text Placeholder 21">
            <a:extLst xmlns:a="http://schemas.openxmlformats.org/drawingml/2006/main">
              <a:ext uri="{FF2B5EF4-FFF2-40B4-BE49-F238E27FC236}">
                <a16:creationId xmlns:a16="http://schemas.microsoft.com/office/drawing/2014/main" id="{0FA9D0FA-EA15-4919-BEB9-4C5EE9D8CDFF}"/>
              </a:ext>
            </a:extLst>
          </p:cNvPr>
          <p:cNvSpPr>
            <a:spLocks xmlns:a="http://schemas.openxmlformats.org/drawingml/2006/main" noGrp="1"/>
          </p:cNvSpPr>
          <p:nvPr>
            <p:ph type="body" idx="35"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28" name="Straight Connector 27">
            <a:extLst xmlns:a="http://schemas.openxmlformats.org/drawingml/2006/main">
              <a:ext uri="{FF2B5EF4-FFF2-40B4-BE49-F238E27FC236}">
                <a16:creationId xmlns:a16="http://schemas.microsoft.com/office/drawing/2014/main" id="{F10126FF-DB4A-4C81-8D24-194F14CF8EF3}"/>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Picture Placeholder 2">
            <a:extLst xmlns:a="http://schemas.openxmlformats.org/drawingml/2006/main">
              <a:ext uri="{FF2B5EF4-FFF2-40B4-BE49-F238E27FC236}">
                <a16:creationId xmlns:a16="http://schemas.microsoft.com/office/drawing/2014/main" id="{7E0E7E15-3D7B-4123-8321-B073C59133A1}"/>
              </a:ext>
            </a:extLst>
          </p:cNvPr>
          <p:cNvSpPr>
            <a:spLocks xmlns:a="http://schemas.openxmlformats.org/drawingml/2006/main" noGrp="1"/>
          </p:cNvSpPr>
          <p:nvPr>
            <p:ph type="pic" idx="36" hasCustomPrompt="1"/>
          </p:nvPr>
        </p:nvSpPr>
        <p:spPr>
          <a:xfrm xmlns:a="http://schemas.openxmlformats.org/drawingml/2006/main">
            <a:off x="8645868"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1" name="Text Placeholder 21">
            <a:extLst xmlns:a="http://schemas.openxmlformats.org/drawingml/2006/main">
              <a:ext uri="{FF2B5EF4-FFF2-40B4-BE49-F238E27FC236}">
                <a16:creationId xmlns:a16="http://schemas.microsoft.com/office/drawing/2014/main" id="{8C820BCB-F093-47C5-A402-60E80288139D}"/>
              </a:ext>
            </a:extLst>
          </p:cNvPr>
          <p:cNvSpPr>
            <a:spLocks xmlns:a="http://schemas.openxmlformats.org/drawingml/2006/main" noGrp="1"/>
          </p:cNvSpPr>
          <p:nvPr>
            <p:ph type="body" idx="37"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2" name="Text Placeholder 21">
            <a:extLst xmlns:a="http://schemas.openxmlformats.org/drawingml/2006/main">
              <a:ext uri="{FF2B5EF4-FFF2-40B4-BE49-F238E27FC236}">
                <a16:creationId xmlns:a16="http://schemas.microsoft.com/office/drawing/2014/main" id="{F1AF7868-3C5C-49BB-8190-B4107C4DC70C}"/>
              </a:ext>
            </a:extLst>
          </p:cNvPr>
          <p:cNvSpPr>
            <a:spLocks xmlns:a="http://schemas.openxmlformats.org/drawingml/2006/main" noGrp="1"/>
          </p:cNvSpPr>
          <p:nvPr>
            <p:ph type="body" idx="38"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9" name="Footer Placeholder 8">
            <a:extLst xmlns:a="http://schemas.openxmlformats.org/drawingml/2006/main">
              <a:ext uri="{FF2B5EF4-FFF2-40B4-BE49-F238E27FC236}">
                <a16:creationId xmlns:a16="http://schemas.microsoft.com/office/drawing/2014/main" id="{F59CF6BC-7A2F-38D3-C1EA-BEA6C37D79F5}"/>
              </a:ext>
            </a:extLst>
          </p:cNvPr>
          <p:cNvSpPr>
            <a:spLocks xmlns:a="http://schemas.openxmlformats.org/drawingml/2006/main" noGrp="1"/>
          </p:cNvSpPr>
          <p:nvPr>
            <p:ph type="ftr"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10" name="Slide Number Placeholder 9">
            <a:extLst xmlns:a="http://schemas.openxmlformats.org/drawingml/2006/main">
              <a:ext uri="{FF2B5EF4-FFF2-40B4-BE49-F238E27FC236}">
                <a16:creationId xmlns:a16="http://schemas.microsoft.com/office/drawing/2014/main" id="{2E05EDD9-0672-4EB4-1B16-92CEDEB1EFE7}"/>
              </a:ext>
            </a:extLst>
          </p:cNvPr>
          <p:cNvSpPr>
            <a:spLocks xmlns:a="http://schemas.openxmlformats.org/drawingml/2006/main" noGrp="1"/>
          </p:cNvSpPr>
          <p:nvPr>
            <p:ph type="sldNum" idx="4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Date Placeholder 7">
            <a:extLst xmlns:a="http://schemas.openxmlformats.org/drawingml/2006/main">
              <a:ext uri="{FF2B5EF4-FFF2-40B4-BE49-F238E27FC236}">
                <a16:creationId xmlns:a16="http://schemas.microsoft.com/office/drawing/2014/main" id="{7B180CC4-74E6-A0D5-4CC7-34ABAEAABDF5}"/>
              </a:ext>
            </a:extLst>
          </p:cNvPr>
          <p:cNvSpPr>
            <a:spLocks xmlns:a="http://schemas.openxmlformats.org/drawingml/2006/main" noGrp="1"/>
          </p:cNvSpPr>
          <p:nvPr>
            <p:ph type="dt"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82.xml><?xml version="1.0" encoding="utf-8"?>
<p:sldLayout xmlns:p="http://schemas.openxmlformats.org/presentationml/2006/main" preserve="1" userDrawn="1">
  <p:cSld name="Dark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358B48DD-4D54-4AC7-8AB9-59BEB3B7003A}"/>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Picture Placeholder 2">
            <a:extLst xmlns:a="http://schemas.openxmlformats.org/drawingml/2006/main">
              <a:ext uri="{FF2B5EF4-FFF2-40B4-BE49-F238E27FC236}">
                <a16:creationId xmlns:a16="http://schemas.microsoft.com/office/drawing/2014/main" id="{6A71FCB8-1058-4D1C-AED7-FAA7D744D71E}"/>
              </a:ext>
            </a:extLst>
          </p:cNvPr>
          <p:cNvSpPr>
            <a:spLocks xmlns:a="http://schemas.openxmlformats.org/drawingml/2006/main" noGrp="1"/>
          </p:cNvSpPr>
          <p:nvPr>
            <p:ph type="pic" idx="26" hasCustomPrompt="1"/>
          </p:nvPr>
        </p:nvSpPr>
        <p:spPr>
          <a:xfrm xmlns:a="http://schemas.openxmlformats.org/drawingml/2006/main">
            <a:off x="897834" y="1903921"/>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Text Placeholder 21">
            <a:extLst xmlns:a="http://schemas.openxmlformats.org/drawingml/2006/main">
              <a:ext uri="{FF2B5EF4-FFF2-40B4-BE49-F238E27FC236}">
                <a16:creationId xmlns:a16="http://schemas.microsoft.com/office/drawing/2014/main" id="{86408202-D3B4-402D-BC69-53C3509E8A7B}"/>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1" name="Text Placeholder 21">
            <a:extLst xmlns:a="http://schemas.openxmlformats.org/drawingml/2006/main">
              <a:ext uri="{FF2B5EF4-FFF2-40B4-BE49-F238E27FC236}">
                <a16:creationId xmlns:a16="http://schemas.microsoft.com/office/drawing/2014/main" id="{5CF397F4-2EE2-483E-8C39-8DB6BD107811}"/>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22" name="Straight Connector 21">
            <a:extLst xmlns:a="http://schemas.openxmlformats.org/drawingml/2006/main">
              <a:ext uri="{FF2B5EF4-FFF2-40B4-BE49-F238E27FC236}">
                <a16:creationId xmlns:a16="http://schemas.microsoft.com/office/drawing/2014/main" id="{D6280A1B-429E-476D-A19B-BBC16847C7CA}"/>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Picture Placeholder 2">
            <a:extLst xmlns:a="http://schemas.openxmlformats.org/drawingml/2006/main">
              <a:ext uri="{FF2B5EF4-FFF2-40B4-BE49-F238E27FC236}">
                <a16:creationId xmlns:a16="http://schemas.microsoft.com/office/drawing/2014/main" id="{84092946-3931-41BA-A9C4-E37BA2482561}"/>
              </a:ext>
            </a:extLst>
          </p:cNvPr>
          <p:cNvSpPr>
            <a:spLocks xmlns:a="http://schemas.openxmlformats.org/drawingml/2006/main" noGrp="1"/>
          </p:cNvSpPr>
          <p:nvPr>
            <p:ph type="pic" idx="36" hasCustomPrompt="1"/>
          </p:nvPr>
        </p:nvSpPr>
        <p:spPr>
          <a:xfrm xmlns:a="http://schemas.openxmlformats.org/drawingml/2006/main">
            <a:off x="4757260"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9" name="Text Placeholder 21">
            <a:extLst xmlns:a="http://schemas.openxmlformats.org/drawingml/2006/main">
              <a:ext uri="{FF2B5EF4-FFF2-40B4-BE49-F238E27FC236}">
                <a16:creationId xmlns:a16="http://schemas.microsoft.com/office/drawing/2014/main" id="{7A2A35E2-8BA7-45B3-B02C-B531B503587A}"/>
              </a:ext>
            </a:extLst>
          </p:cNvPr>
          <p:cNvSpPr>
            <a:spLocks xmlns:a="http://schemas.openxmlformats.org/drawingml/2006/main" noGrp="1"/>
          </p:cNvSpPr>
          <p:nvPr>
            <p:ph type="body" idx="37"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0" name="Text Placeholder 21">
            <a:extLst xmlns:a="http://schemas.openxmlformats.org/drawingml/2006/main">
              <a:ext uri="{FF2B5EF4-FFF2-40B4-BE49-F238E27FC236}">
                <a16:creationId xmlns:a16="http://schemas.microsoft.com/office/drawing/2014/main" id="{B0D928C5-7B1B-4A74-A1EB-B0C408189CAC}"/>
              </a:ext>
            </a:extLst>
          </p:cNvPr>
          <p:cNvSpPr>
            <a:spLocks xmlns:a="http://schemas.openxmlformats.org/drawingml/2006/main" noGrp="1"/>
          </p:cNvSpPr>
          <p:nvPr>
            <p:ph type="body" idx="38"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31" name="Straight Connector 30">
            <a:extLst xmlns:a="http://schemas.openxmlformats.org/drawingml/2006/main">
              <a:ext uri="{FF2B5EF4-FFF2-40B4-BE49-F238E27FC236}">
                <a16:creationId xmlns:a16="http://schemas.microsoft.com/office/drawing/2014/main" id="{F3FED569-4546-408A-8B0A-9A26FB8A9601}"/>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Picture Placeholder 2">
            <a:extLst xmlns:a="http://schemas.openxmlformats.org/drawingml/2006/main">
              <a:ext uri="{FF2B5EF4-FFF2-40B4-BE49-F238E27FC236}">
                <a16:creationId xmlns:a16="http://schemas.microsoft.com/office/drawing/2014/main" id="{E9839675-3836-4943-9E7E-492470598773}"/>
              </a:ext>
            </a:extLst>
          </p:cNvPr>
          <p:cNvSpPr>
            <a:spLocks xmlns:a="http://schemas.openxmlformats.org/drawingml/2006/main" noGrp="1"/>
          </p:cNvSpPr>
          <p:nvPr>
            <p:ph type="pic" idx="39" hasCustomPrompt="1"/>
          </p:nvPr>
        </p:nvSpPr>
        <p:spPr>
          <a:xfrm xmlns:a="http://schemas.openxmlformats.org/drawingml/2006/main">
            <a:off x="8616787" y="192880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3" name="Text Placeholder 21">
            <a:extLst xmlns:a="http://schemas.openxmlformats.org/drawingml/2006/main">
              <a:ext uri="{FF2B5EF4-FFF2-40B4-BE49-F238E27FC236}">
                <a16:creationId xmlns:a16="http://schemas.microsoft.com/office/drawing/2014/main" id="{987833E9-276C-4353-BF31-4FC33134EEAE}"/>
              </a:ext>
            </a:extLst>
          </p:cNvPr>
          <p:cNvSpPr>
            <a:spLocks xmlns:a="http://schemas.openxmlformats.org/drawingml/2006/main" noGrp="1"/>
          </p:cNvSpPr>
          <p:nvPr>
            <p:ph type="body" idx="40"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4" name="Text Placeholder 21">
            <a:extLst xmlns:a="http://schemas.openxmlformats.org/drawingml/2006/main">
              <a:ext uri="{FF2B5EF4-FFF2-40B4-BE49-F238E27FC236}">
                <a16:creationId xmlns:a16="http://schemas.microsoft.com/office/drawing/2014/main" id="{4565DAAC-922E-4C75-A762-C6B54070F7DC}"/>
              </a:ext>
            </a:extLst>
          </p:cNvPr>
          <p:cNvSpPr>
            <a:spLocks xmlns:a="http://schemas.openxmlformats.org/drawingml/2006/main" noGrp="1"/>
          </p:cNvSpPr>
          <p:nvPr>
            <p:ph type="body" idx="41"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in.</a:t>
            </a:r>
            <a:endParaRPr/>
          </a:p>
        </p:txBody>
      </p:sp>
      <p:sp>
        <p:nvSpPr>
          <p:cNvPr id="11" name="Slide Number Placeholder 10">
            <a:extLst xmlns:a="http://schemas.openxmlformats.org/drawingml/2006/main">
              <a:ext uri="{FF2B5EF4-FFF2-40B4-BE49-F238E27FC236}">
                <a16:creationId xmlns:a16="http://schemas.microsoft.com/office/drawing/2014/main" id="{B35F74D1-A7D7-71F7-1C83-85B91CC54A17}"/>
              </a:ext>
            </a:extLst>
          </p:cNvPr>
          <p:cNvSpPr>
            <a:spLocks xmlns:a="http://schemas.openxmlformats.org/drawingml/2006/main" noGrp="1"/>
          </p:cNvSpPr>
          <p:nvPr>
            <p:ph type="sldNum"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0" name="Footer Placeholder 9">
            <a:extLst xmlns:a="http://schemas.openxmlformats.org/drawingml/2006/main">
              <a:ext uri="{FF2B5EF4-FFF2-40B4-BE49-F238E27FC236}">
                <a16:creationId xmlns:a16="http://schemas.microsoft.com/office/drawing/2014/main" id="{AB744A76-3388-A794-015D-56031177D79D}"/>
              </a:ext>
            </a:extLst>
          </p:cNvPr>
          <p:cNvSpPr>
            <a:spLocks xmlns:a="http://schemas.openxmlformats.org/drawingml/2006/main" noGrp="1"/>
          </p:cNvSpPr>
          <p:nvPr>
            <p:ph type="ftr"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9" name="Date Placeholder 8">
            <a:extLst xmlns:a="http://schemas.openxmlformats.org/drawingml/2006/main">
              <a:ext uri="{FF2B5EF4-FFF2-40B4-BE49-F238E27FC236}">
                <a16:creationId xmlns:a16="http://schemas.microsoft.com/office/drawing/2014/main" id="{064EFACD-32BB-A724-F5A6-DF8C6A5C3279}"/>
              </a:ext>
            </a:extLst>
          </p:cNvPr>
          <p:cNvSpPr>
            <a:spLocks xmlns:a="http://schemas.openxmlformats.org/drawingml/2006/main" noGrp="1"/>
          </p:cNvSpPr>
          <p:nvPr>
            <p:ph type="dt" idx="4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83.xml><?xml version="1.0" encoding="utf-8"?>
<p:sldLayout xmlns:p="http://schemas.openxmlformats.org/presentationml/2006/main" preserve="1" userDrawn="1">
  <p:cSld name="Light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4" name="Title 7">
            <a:extLst xmlns:a="http://schemas.openxmlformats.org/drawingml/2006/main">
              <a:ext uri="{FF2B5EF4-FFF2-40B4-BE49-F238E27FC236}">
                <a16:creationId xmlns:a16="http://schemas.microsoft.com/office/drawing/2014/main" id="{78F3D588-E944-9CCD-F934-4D109B5905DB}"/>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Icon 1">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Column 1 Header">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11" name="Column 1 body">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5" name="Divider 1">
            <a:extLst xmlns:a="http://schemas.openxmlformats.org/drawingml/2006/main">
              <a:ext uri="{FF2B5EF4-FFF2-40B4-BE49-F238E27FC236}">
                <a16:creationId xmlns:a16="http://schemas.microsoft.com/office/drawing/2014/main" id="{E3D73938-8BE6-41DB-BF37-9275F67D484D}"/>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Icon 2">
            <a:extLst xmlns:a="http://schemas.openxmlformats.org/drawingml/2006/main">
              <a:ext uri="{FF2B5EF4-FFF2-40B4-BE49-F238E27FC236}">
                <a16:creationId xmlns:a16="http://schemas.microsoft.com/office/drawing/2014/main" id="{452D8958-2BA3-E8C4-A349-9B8D38EFEEBE}"/>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8" name="Column 2 header">
            <a:extLst xmlns:a="http://schemas.openxmlformats.org/drawingml/2006/main">
              <a:ext uri="{FF2B5EF4-FFF2-40B4-BE49-F238E27FC236}">
                <a16:creationId xmlns:a16="http://schemas.microsoft.com/office/drawing/2014/main" id="{F38723C6-3426-0DED-BB4F-97CEC3A55F6D}"/>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9" name="Column 2 body">
            <a:extLst xmlns:a="http://schemas.openxmlformats.org/drawingml/2006/main">
              <a:ext uri="{FF2B5EF4-FFF2-40B4-BE49-F238E27FC236}">
                <a16:creationId xmlns:a16="http://schemas.microsoft.com/office/drawing/2014/main" id="{C5BD3347-4E6D-B757-FB79-D3160FB48D0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28" name="Divider 2">
            <a:extLst xmlns:a="http://schemas.openxmlformats.org/drawingml/2006/main">
              <a:ext uri="{FF2B5EF4-FFF2-40B4-BE49-F238E27FC236}">
                <a16:creationId xmlns:a16="http://schemas.microsoft.com/office/drawing/2014/main" id="{18654715-41F7-43B0-9753-154972CF66A2}"/>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0" name="Icon 3">
            <a:extLst xmlns:a="http://schemas.openxmlformats.org/drawingml/2006/main">
              <a:ext uri="{FF2B5EF4-FFF2-40B4-BE49-F238E27FC236}">
                <a16:creationId xmlns:a16="http://schemas.microsoft.com/office/drawing/2014/main" id="{0B8706A7-4339-AEA7-3538-6B11C9DE888F}"/>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1" name="Column 3 header">
            <a:extLst xmlns:a="http://schemas.openxmlformats.org/drawingml/2006/main">
              <a:ext uri="{FF2B5EF4-FFF2-40B4-BE49-F238E27FC236}">
                <a16:creationId xmlns:a16="http://schemas.microsoft.com/office/drawing/2014/main" id="{7FFC3A72-CD29-1771-F4D6-1FE24E237316}"/>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42" name="Column 3 body">
            <a:extLst xmlns:a="http://schemas.openxmlformats.org/drawingml/2006/main">
              <a:ext uri="{FF2B5EF4-FFF2-40B4-BE49-F238E27FC236}">
                <a16:creationId xmlns:a16="http://schemas.microsoft.com/office/drawing/2014/main" id="{3BE75DAD-03B8-A35F-313E-9021E9625E97}"/>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6" name="Divider 3">
            <a:extLst xmlns:a="http://schemas.openxmlformats.org/drawingml/2006/main">
              <a:ext uri="{FF2B5EF4-FFF2-40B4-BE49-F238E27FC236}">
                <a16:creationId xmlns:a16="http://schemas.microsoft.com/office/drawing/2014/main" id="{CE014F0B-EF30-4E20-B904-34AFB63D93D2}"/>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Icon 4">
            <a:extLst xmlns:a="http://schemas.openxmlformats.org/drawingml/2006/main">
              <a:ext uri="{FF2B5EF4-FFF2-40B4-BE49-F238E27FC236}">
                <a16:creationId xmlns:a16="http://schemas.microsoft.com/office/drawing/2014/main" id="{A564445D-3622-F94F-5F5B-64E25C182894}"/>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4" name="Column 4 header">
            <a:extLst xmlns:a="http://schemas.openxmlformats.org/drawingml/2006/main">
              <a:ext uri="{FF2B5EF4-FFF2-40B4-BE49-F238E27FC236}">
                <a16:creationId xmlns:a16="http://schemas.microsoft.com/office/drawing/2014/main" id="{D73D98F3-F032-F349-D6FF-9956A80B2C0C}"/>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45" name="Column 4 body">
            <a:extLst xmlns:a="http://schemas.openxmlformats.org/drawingml/2006/main">
              <a:ext uri="{FF2B5EF4-FFF2-40B4-BE49-F238E27FC236}">
                <a16:creationId xmlns:a16="http://schemas.microsoft.com/office/drawing/2014/main" id="{E7F065D2-DFCA-69F0-EFCE-5436B4BBA960}"/>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10" name="Slide Number Placeholder 9">
            <a:extLst xmlns:a="http://schemas.openxmlformats.org/drawingml/2006/main">
              <a:ext uri="{FF2B5EF4-FFF2-40B4-BE49-F238E27FC236}">
                <a16:creationId xmlns:a16="http://schemas.microsoft.com/office/drawing/2014/main" id="{3A79F2A5-B307-E6C2-A0A7-C9D34E2F7467}"/>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Date Placeholder 7">
            <a:extLst xmlns:a="http://schemas.openxmlformats.org/drawingml/2006/main">
              <a:ext uri="{FF2B5EF4-FFF2-40B4-BE49-F238E27FC236}">
                <a16:creationId xmlns:a16="http://schemas.microsoft.com/office/drawing/2014/main" id="{670E38B5-BB46-6801-B170-496504D1B9E3}"/>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9" name="Footer Placeholder 8">
            <a:extLst xmlns:a="http://schemas.openxmlformats.org/drawingml/2006/main">
              <a:ext uri="{FF2B5EF4-FFF2-40B4-BE49-F238E27FC236}">
                <a16:creationId xmlns:a16="http://schemas.microsoft.com/office/drawing/2014/main" id="{C810DC55-90E5-32A0-7237-3A10A7B16970}"/>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Tree>
  </p:cSld>
</p:sldLayout>
</file>

<file path=ppt/slideLayouts/slideLayout84.xml><?xml version="1.0" encoding="utf-8"?>
<p:sldLayout xmlns:p="http://schemas.openxmlformats.org/presentationml/2006/main" preserve="1" userDrawn="1">
  <p:cSld name="Dark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3" name="Title 7">
            <a:extLst xmlns:a="http://schemas.openxmlformats.org/drawingml/2006/main">
              <a:ext uri="{FF2B5EF4-FFF2-40B4-BE49-F238E27FC236}">
                <a16:creationId xmlns:a16="http://schemas.microsoft.com/office/drawing/2014/main" id="{D02FABB3-C5FA-6642-90DB-5692722BDC16}"/>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Icon 1">
            <a:extLst xmlns:a="http://schemas.openxmlformats.org/drawingml/2006/main">
              <a:ext uri="{FF2B5EF4-FFF2-40B4-BE49-F238E27FC236}">
                <a16:creationId xmlns:a16="http://schemas.microsoft.com/office/drawing/2014/main" id="{D7B5CD21-4DD7-F936-8109-65AA2FAAABD3}"/>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Column 1 Header">
            <a:extLst xmlns:a="http://schemas.openxmlformats.org/drawingml/2006/main">
              <a:ext uri="{FF2B5EF4-FFF2-40B4-BE49-F238E27FC236}">
                <a16:creationId xmlns:a16="http://schemas.microsoft.com/office/drawing/2014/main" id="{10EEDB7A-9A85-DC86-94E9-0E2F22B43885}"/>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1" name="Column 1 body">
            <a:extLst xmlns:a="http://schemas.openxmlformats.org/drawingml/2006/main">
              <a:ext uri="{FF2B5EF4-FFF2-40B4-BE49-F238E27FC236}">
                <a16:creationId xmlns:a16="http://schemas.microsoft.com/office/drawing/2014/main" id="{02016CD8-41CD-C86E-0617-6004BF4F7960}"/>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22" name="Divider 1">
            <a:extLst xmlns:a="http://schemas.openxmlformats.org/drawingml/2006/main">
              <a:ext uri="{FF2B5EF4-FFF2-40B4-BE49-F238E27FC236}">
                <a16:creationId xmlns:a16="http://schemas.microsoft.com/office/drawing/2014/main" id="{C764CEE6-3499-403B-A4A2-E5DAC09DEECC}"/>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Icon 2">
            <a:extLst xmlns:a="http://schemas.openxmlformats.org/drawingml/2006/main">
              <a:ext uri="{FF2B5EF4-FFF2-40B4-BE49-F238E27FC236}">
                <a16:creationId xmlns:a16="http://schemas.microsoft.com/office/drawing/2014/main" id="{7A362649-C49E-B2E0-1EBB-6B4205DADC7B}"/>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6" name="Column 2 header">
            <a:extLst xmlns:a="http://schemas.openxmlformats.org/drawingml/2006/main">
              <a:ext uri="{FF2B5EF4-FFF2-40B4-BE49-F238E27FC236}">
                <a16:creationId xmlns:a16="http://schemas.microsoft.com/office/drawing/2014/main" id="{11DD71F6-9080-E444-6D28-1CA7EAA2CCF5}"/>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7" name="Column 2 body">
            <a:extLst xmlns:a="http://schemas.openxmlformats.org/drawingml/2006/main">
              <a:ext uri="{FF2B5EF4-FFF2-40B4-BE49-F238E27FC236}">
                <a16:creationId xmlns:a16="http://schemas.microsoft.com/office/drawing/2014/main" id="{8C5083C1-91B0-590A-D3D4-4F47F054BC4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28" name="Divider 2">
            <a:extLst xmlns:a="http://schemas.openxmlformats.org/drawingml/2006/main">
              <a:ext uri="{FF2B5EF4-FFF2-40B4-BE49-F238E27FC236}">
                <a16:creationId xmlns:a16="http://schemas.microsoft.com/office/drawing/2014/main" id="{9C7ADBBF-2BB2-40C2-8698-F1307F1CB830}"/>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9" name="Icon 3">
            <a:extLst xmlns:a="http://schemas.openxmlformats.org/drawingml/2006/main">
              <a:ext uri="{FF2B5EF4-FFF2-40B4-BE49-F238E27FC236}">
                <a16:creationId xmlns:a16="http://schemas.microsoft.com/office/drawing/2014/main" id="{7EE9209C-55AF-784B-DB4D-42B6F5641729}"/>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0" name="Column 3 header">
            <a:extLst xmlns:a="http://schemas.openxmlformats.org/drawingml/2006/main">
              <a:ext uri="{FF2B5EF4-FFF2-40B4-BE49-F238E27FC236}">
                <a16:creationId xmlns:a16="http://schemas.microsoft.com/office/drawing/2014/main" id="{CC2AE930-51E3-48D8-9C76-AD88C016BFFF}"/>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1" name="Column 3 body">
            <a:extLst xmlns:a="http://schemas.openxmlformats.org/drawingml/2006/main">
              <a:ext uri="{FF2B5EF4-FFF2-40B4-BE49-F238E27FC236}">
                <a16:creationId xmlns:a16="http://schemas.microsoft.com/office/drawing/2014/main" id="{625601CC-C6AD-511C-CE3E-73A412076FBC}"/>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32" name="Divider 3">
            <a:extLst xmlns:a="http://schemas.openxmlformats.org/drawingml/2006/main">
              <a:ext uri="{FF2B5EF4-FFF2-40B4-BE49-F238E27FC236}">
                <a16:creationId xmlns:a16="http://schemas.microsoft.com/office/drawing/2014/main" id="{E0FEEA51-C35C-4CC3-B306-E75B821B0A2A}"/>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Icon 4">
            <a:extLst xmlns:a="http://schemas.openxmlformats.org/drawingml/2006/main">
              <a:ext uri="{FF2B5EF4-FFF2-40B4-BE49-F238E27FC236}">
                <a16:creationId xmlns:a16="http://schemas.microsoft.com/office/drawing/2014/main" id="{1D5109BD-DD12-1F75-C31F-D6C059B1A8E2}"/>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4" name="Column 4 header">
            <a:extLst xmlns:a="http://schemas.openxmlformats.org/drawingml/2006/main">
              <a:ext uri="{FF2B5EF4-FFF2-40B4-BE49-F238E27FC236}">
                <a16:creationId xmlns:a16="http://schemas.microsoft.com/office/drawing/2014/main" id="{E473564E-FA78-F033-3F28-5FD25256A1FE}"/>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5" name="Column 4 body">
            <a:extLst xmlns:a="http://schemas.openxmlformats.org/drawingml/2006/main">
              <a:ext uri="{FF2B5EF4-FFF2-40B4-BE49-F238E27FC236}">
                <a16:creationId xmlns:a16="http://schemas.microsoft.com/office/drawing/2014/main" id="{BDE27B49-6B98-F470-0364-79D3D53A8652}"/>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2" name="Date Placeholder 1">
            <a:extLst xmlns:a="http://schemas.openxmlformats.org/drawingml/2006/main">
              <a:ext uri="{FF2B5EF4-FFF2-40B4-BE49-F238E27FC236}">
                <a16:creationId xmlns:a16="http://schemas.microsoft.com/office/drawing/2014/main" id="{F47FE990-B651-C3E7-8034-84F4271BB4CF}"/>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4" name="Footer Placeholder 3">
            <a:extLst xmlns:a="http://schemas.openxmlformats.org/drawingml/2006/main">
              <a:ext uri="{FF2B5EF4-FFF2-40B4-BE49-F238E27FC236}">
                <a16:creationId xmlns:a16="http://schemas.microsoft.com/office/drawing/2014/main" id="{CC0667AA-D964-7DEA-B216-0851D801CFAB}"/>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6" name="Slide Number Placeholder 5">
            <a:extLst xmlns:a="http://schemas.openxmlformats.org/drawingml/2006/main">
              <a:ext uri="{FF2B5EF4-FFF2-40B4-BE49-F238E27FC236}">
                <a16:creationId xmlns:a16="http://schemas.microsoft.com/office/drawing/2014/main" id="{EDF8007B-6F90-BFD8-9495-D7278DE9E432}"/>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85.xml><?xml version="1.0" encoding="utf-8"?>
<p:sldLayout xmlns:p="http://schemas.openxmlformats.org/presentationml/2006/main" preserve="1" userDrawn="1">
  <p:cSld name="Dark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7">
            <a:extLst xmlns:a="http://schemas.openxmlformats.org/drawingml/2006/main">
              <a:ext uri="{FF2B5EF4-FFF2-40B4-BE49-F238E27FC236}">
                <a16:creationId xmlns:a16="http://schemas.microsoft.com/office/drawing/2014/main" id="{B9BE1098-CB0B-6118-9F18-F82F79BCD07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8EF60680-0B89-E284-0AFC-7DCC64BF7750}"/>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5" name="Date Placeholder 4">
            <a:extLst xmlns:a="http://schemas.openxmlformats.org/drawingml/2006/main">
              <a:ext uri="{FF2B5EF4-FFF2-40B4-BE49-F238E27FC236}">
                <a16:creationId xmlns:a16="http://schemas.microsoft.com/office/drawing/2014/main" id="{033EE420-175F-A11D-96CB-D1ABB088F9CF}"/>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86.xml><?xml version="1.0" encoding="utf-8"?>
<p:sldLayout xmlns:p="http://schemas.openxmlformats.org/presentationml/2006/main" preserve="1" userDrawn="1">
  <p:cSld name="Light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986FB920-929F-CD50-52DB-2267C19E529C}"/>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4" name="Footer Placeholder 4">
            <a:extLst xmlns:a="http://schemas.openxmlformats.org/drawingml/2006/main">
              <a:ext uri="{FF2B5EF4-FFF2-40B4-BE49-F238E27FC236}">
                <a16:creationId xmlns:a16="http://schemas.microsoft.com/office/drawing/2014/main" id="{8B934CA2-9189-BBDA-2D47-6B62E59B566E}"/>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5" name="Date Placeholder 3">
            <a:extLst xmlns:a="http://schemas.openxmlformats.org/drawingml/2006/main">
              <a:ext uri="{FF2B5EF4-FFF2-40B4-BE49-F238E27FC236}">
                <a16:creationId xmlns:a16="http://schemas.microsoft.com/office/drawing/2014/main" id="{1EB26826-CB7B-F2D0-E18C-8AA5414C58D7}"/>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87.xml><?xml version="1.0" encoding="utf-8"?>
<p:sldLayout xmlns:p="http://schemas.openxmlformats.org/presentationml/2006/main" preserve="1" userDrawn="1">
  <p:cSld name="Dark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3" name="Title 12">
            <a:extLst xmlns:a="http://schemas.openxmlformats.org/drawingml/2006/main">
              <a:ext uri="{FF2B5EF4-FFF2-40B4-BE49-F238E27FC236}">
                <a16:creationId xmlns:a16="http://schemas.microsoft.com/office/drawing/2014/main" id="{6B0DF820-DA27-4A53-F431-314E40C10345}"/>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5" name="Subtitle">
            <a:extLst xmlns:a="http://schemas.openxmlformats.org/drawingml/2006/main">
              <a:ext uri="{FF2B5EF4-FFF2-40B4-BE49-F238E27FC236}">
                <a16:creationId xmlns:a16="http://schemas.microsoft.com/office/drawing/2014/main" id="{72D292EF-93B3-0F2E-7BED-9B5FDD1F1B94}"/>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7">
            <a:extLst xmlns:a="http://schemas.openxmlformats.org/drawingml/2006/main">
              <a:ext uri="{FF2B5EF4-FFF2-40B4-BE49-F238E27FC236}">
                <a16:creationId xmlns:a16="http://schemas.microsoft.com/office/drawing/2014/main" id="{E1B5D46F-65FA-89E8-E05A-6E937CA1C2E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6" name="Footer Placeholder 6">
            <a:extLst xmlns:a="http://schemas.openxmlformats.org/drawingml/2006/main">
              <a:ext uri="{FF2B5EF4-FFF2-40B4-BE49-F238E27FC236}">
                <a16:creationId xmlns:a16="http://schemas.microsoft.com/office/drawing/2014/main" id="{4D9122D4-F69F-A7AA-EEA8-7C5565E7647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7" name="Date Placeholder 4">
            <a:extLst xmlns:a="http://schemas.openxmlformats.org/drawingml/2006/main">
              <a:ext uri="{FF2B5EF4-FFF2-40B4-BE49-F238E27FC236}">
                <a16:creationId xmlns:a16="http://schemas.microsoft.com/office/drawing/2014/main" id="{CA222E66-0FD4-1E10-21D6-748A24D406C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9" name="Straight Connector 8">
            <a:extLst xmlns:a="http://schemas.openxmlformats.org/drawingml/2006/main">
              <a:ext uri="{FF2B5EF4-FFF2-40B4-BE49-F238E27FC236}">
                <a16:creationId xmlns:a16="http://schemas.microsoft.com/office/drawing/2014/main" id="{5EBE434B-9108-44C6-8757-1095D0B4F87F}"/>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270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88.xml><?xml version="1.0" encoding="utf-8"?>
<p:sldLayout xmlns:p="http://schemas.openxmlformats.org/presentationml/2006/main" preserve="1" userDrawn="1">
  <p:cSld name="Light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9" name="Title 12">
            <a:extLst xmlns:a="http://schemas.openxmlformats.org/drawingml/2006/main">
              <a:ext uri="{FF2B5EF4-FFF2-40B4-BE49-F238E27FC236}">
                <a16:creationId xmlns:a16="http://schemas.microsoft.com/office/drawing/2014/main" id="{C2D0AE67-1167-2B52-146F-5E0AA0D86441}"/>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8" name="Subtitle">
            <a:extLst xmlns:a="http://schemas.openxmlformats.org/drawingml/2006/main">
              <a:ext uri="{FF2B5EF4-FFF2-40B4-BE49-F238E27FC236}">
                <a16:creationId xmlns:a16="http://schemas.microsoft.com/office/drawing/2014/main" id="{C8ADFC4F-C961-366D-5252-9B4CC4102CB3}"/>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4" name="Straight Connector 3">
            <a:extLst xmlns:a="http://schemas.openxmlformats.org/drawingml/2006/main">
              <a:ext uri="{FF2B5EF4-FFF2-40B4-BE49-F238E27FC236}">
                <a16:creationId xmlns:a16="http://schemas.microsoft.com/office/drawing/2014/main" id="{256973A3-3B4D-4D54-B168-34D38CEA5424}"/>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905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5">
            <a:extLst xmlns:a="http://schemas.openxmlformats.org/drawingml/2006/main">
              <a:ext uri="{FF2B5EF4-FFF2-40B4-BE49-F238E27FC236}">
                <a16:creationId xmlns:a16="http://schemas.microsoft.com/office/drawing/2014/main" id="{FDA8E918-B2CE-9B3B-6306-4B5A17E9A43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3C072B30-0FE5-8289-77F0-1D24085A4EF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7" name="Date Placeholder 3">
            <a:extLst xmlns:a="http://schemas.openxmlformats.org/drawingml/2006/main">
              <a:ext uri="{FF2B5EF4-FFF2-40B4-BE49-F238E27FC236}">
                <a16:creationId xmlns:a16="http://schemas.microsoft.com/office/drawing/2014/main" id="{B54B9E9C-E71A-D85E-B49A-0603C0A1552B}"/>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89.xml><?xml version="1.0" encoding="utf-8"?>
<p:sldLayout xmlns:p="http://schemas.openxmlformats.org/presentationml/2006/main" preserve="1" userDrawn="1">
  <p:cSld name="Photo Collage + Content Dark">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90.xml><?xml version="1.0" encoding="utf-8"?>
<p:sldLayout xmlns:p="http://schemas.openxmlformats.org/presentationml/2006/main" preserve="1" userDrawn="1">
  <p:cSld name="Photo Collage + Content Light">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1.xml><?xml version="1.0" encoding="utf-8"?>
<p:sldLayout xmlns:p="http://schemas.openxmlformats.org/presentationml/2006/main" preserve="1" userDrawn="1">
  <p:cSld name="PHOTO_Full Slide">
    <p:bg>
      <p:bgRef idx="1001">
        <a:schemeClr xmlns:a="http://schemas.openxmlformats.org/drawingml/2006/main" val="bg2"/>
      </p:bgRef>
    </p:bg>
    <p:spTree>
      <p:nvGrpSpPr>
        <p:cNvPr id="1" name=""/>
        <p:cNvGrpSpPr/>
        <p:nvPr/>
      </p:nvGrpSpPr>
      <p:grpSpPr>
        <a:xfrm xmlns:a="http://schemas.openxmlformats.org/drawingml/2006/main"/>
      </p:grpSpPr>
      <p:sp>
        <p:nvSpPr>
          <p:cNvPr id="5" name="Slide Number Placeholder 7" hidden="1">
            <a:extLst xmlns:a="http://schemas.openxmlformats.org/drawingml/2006/main">
              <a:ext uri="{FF2B5EF4-FFF2-40B4-BE49-F238E27FC236}">
                <a16:creationId xmlns:a16="http://schemas.microsoft.com/office/drawing/2014/main" id="{B0BD77A1-77CB-B876-21BC-3E357707FB00}"/>
              </a:ext>
            </a:extLst>
          </p:cNvPr>
          <p:cNvSpPr>
            <a:spLocks xmlns:a="http://schemas.openxmlformats.org/drawingml/2006/main" noGrp="1"/>
          </p:cNvSpPr>
          <p:nvPr>
            <p:ph type="sldNum" idx="17"/>
          </p:nvPr>
        </p:nvSpPr>
        <p:spPr>
          <a:xfrm xmlns:a="http://schemas.openxmlformats.org/drawingml/2006/main">
            <a:off x="762000" y="6428637"/>
            <a:ext cx="365760" cy="36576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345D60D9-5372-5F40-9443-0F9AE5BDC3C8}" type="slidenum">
              <a:t>‹#›</a:t>
            </a:fld>
            <a:endParaRPr/>
          </a:p>
        </p:txBody>
      </p:sp>
      <p:sp>
        <p:nvSpPr>
          <p:cNvPr id="7" name="Footer Placeholder 6" hidden="1">
            <a:extLst xmlns:a="http://schemas.openxmlformats.org/drawingml/2006/main">
              <a:ext uri="{FF2B5EF4-FFF2-40B4-BE49-F238E27FC236}">
                <a16:creationId xmlns:a16="http://schemas.microsoft.com/office/drawing/2014/main" id="{361D4689-E747-22B9-8A23-5E8372B62E14}"/>
              </a:ext>
            </a:extLst>
          </p:cNvPr>
          <p:cNvSpPr>
            <a:spLocks xmlns:a="http://schemas.openxmlformats.org/drawingml/2006/main" noGrp="1"/>
          </p:cNvSpPr>
          <p:nvPr>
            <p:ph type="ftr" idx="16"/>
          </p:nvPr>
        </p:nvSpPr>
        <p:spPr>
          <a:xfrm xmlns:a="http://schemas.openxmlformats.org/drawingml/2006/main">
            <a:off x="1127760" y="6428955"/>
            <a:ext cx="5233748"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2" name="Picture Placeholder 1">
            <a:extLst xmlns:a="http://schemas.openxmlformats.org/drawingml/2006/main">
              <a:ext uri="{FF2B5EF4-FFF2-40B4-BE49-F238E27FC236}">
                <a16:creationId xmlns:a16="http://schemas.microsoft.com/office/drawing/2014/main" id="{5170667F-B06C-96EB-B8A5-00675DC62804}"/>
              </a:ext>
            </a:extLst>
          </p:cNvPr>
          <p:cNvSpPr>
            <a:spLocks xmlns:a="http://schemas.openxmlformats.org/drawingml/2006/main" noGrp="1"/>
          </p:cNvSpPr>
          <p:nvPr>
            <p:ph type="pic" idx="13" hasCustomPrompt="1"/>
          </p:nvPr>
        </p:nvSpPr>
        <p:spPr>
          <a:xfrm xmlns:a="http://schemas.openxmlformats.org/drawingml/2006/main">
            <a:off x="0" y="0"/>
            <a:ext cx="12192000" cy="6858000"/>
          </a:xfrm>
        </p:spPr>
        <p:txBody>
          <a:bodyPr xmlns:a="http://schemas.openxmlformats.org/drawingml/2006/main" anchor="ctr"/>
          <a:lstStyle xmlns:a="http://schemas.openxmlformats.org/drawingml/2006/main">
            <a:lvl1pPr algn="ctr">
              <a:buNone/>
              <a:defRPr/>
            </a:lvl1pPr>
          </a:lstStyle>
          <a:p xmlns:a="http://schemas.openxmlformats.org/drawingml/2006/main">
            <a:pPr marL="0" marR="0" lvl="0" indent="0" algn="ctr" defTabSz="914400">
              <a:lnSpc>
                <a:spcPct val="95000"/>
              </a:lnSpc>
              <a:spcBef>
                <a:spcPts val="600"/>
              </a:spcBef>
              <a:spcAft>
                <a:spcPts val="0"/>
              </a:spcAft>
              <a:buClrTx/>
              <a:buSzTx/>
              <a:buFont typeface="System Font Regular"/>
              <a:buNone/>
            </a:pPr>
            <a:r>
              <a:t>Click to add photo or illustration</a:t>
            </a:r>
          </a:p>
          <a:p xmlns:a="http://schemas.openxmlformats.org/drawingml/2006/main">
            <a:endParaRPr/>
          </a:p>
          <a:p xmlns:a="http://schemas.openxmlformats.org/drawingml/2006/main">
            <a:endParaRPr/>
          </a:p>
        </p:txBody>
      </p:sp>
    </p:spTree>
  </p:cSld>
</p:sldLayout>
</file>

<file path=ppt/slideLayouts/slideLayout92.xml><?xml version="1.0" encoding="utf-8"?>
<p:sldLayout xmlns:p="http://schemas.openxmlformats.org/presentationml/2006/main" preserve="1" userDrawn="1">
  <p:cSld name="Dark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A536DA1B-D096-01B8-6B79-C6DBB456A7CA}"/>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6" name="Picture Placeholder 12">
            <a:extLst xmlns:a="http://schemas.openxmlformats.org/drawingml/2006/main">
              <a:ext uri="{FF2B5EF4-FFF2-40B4-BE49-F238E27FC236}">
                <a16:creationId xmlns:a16="http://schemas.microsoft.com/office/drawing/2014/main" id="{5C4A9BEF-054B-38A2-DDC6-DD7D3B185912}"/>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endParaRPr/>
          </a:p>
          <a:p xmlns:a="http://schemas.openxmlformats.org/drawingml/2006/main">
            <a:pPr lvl="0" algn="ctr">
              <a:buNone/>
            </a:pPr>
            <a:endParaRPr/>
          </a:p>
        </p:txBody>
      </p:sp>
      <p:sp>
        <p:nvSpPr>
          <p:cNvPr id="4" name="Text Placeholder 5">
            <a:extLst xmlns:a="http://schemas.openxmlformats.org/drawingml/2006/main">
              <a:ext uri="{FF2B5EF4-FFF2-40B4-BE49-F238E27FC236}">
                <a16:creationId xmlns:a16="http://schemas.microsoft.com/office/drawing/2014/main" id="{5359DD48-7CB8-3699-CA89-9D72DAA6B0BF}"/>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9" name="Picture Placeholder 12">
            <a:extLst xmlns:a="http://schemas.openxmlformats.org/drawingml/2006/main">
              <a:ext uri="{FF2B5EF4-FFF2-40B4-BE49-F238E27FC236}">
                <a16:creationId xmlns:a16="http://schemas.microsoft.com/office/drawing/2014/main" id="{32FA574C-02E7-4456-3CFF-3AD988229D69}"/>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endParaRPr/>
          </a:p>
          <a:p xmlns:a="http://schemas.openxmlformats.org/drawingml/2006/main">
            <a:pPr lvl="0" algn="ctr">
              <a:buNone/>
            </a:pPr>
            <a:endParaRPr/>
          </a:p>
          <a:p xmlns:a="http://schemas.openxmlformats.org/drawingml/2006/main">
            <a:pPr lvl="0" algn="ctr">
              <a:buNone/>
            </a:pPr>
            <a:endParaRPr/>
          </a:p>
        </p:txBody>
      </p:sp>
      <p:sp>
        <p:nvSpPr>
          <p:cNvPr id="5" name="Text Placeholder 7">
            <a:extLst xmlns:a="http://schemas.openxmlformats.org/drawingml/2006/main">
              <a:ext uri="{FF2B5EF4-FFF2-40B4-BE49-F238E27FC236}">
                <a16:creationId xmlns:a16="http://schemas.microsoft.com/office/drawing/2014/main" id="{346E39F9-D43F-04FC-3023-F53553A4056D}"/>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8" name="Slide Number Placeholder 7">
            <a:extLst xmlns:a="http://schemas.openxmlformats.org/drawingml/2006/main">
              <a:ext uri="{FF2B5EF4-FFF2-40B4-BE49-F238E27FC236}">
                <a16:creationId xmlns:a16="http://schemas.microsoft.com/office/drawing/2014/main" id="{3C49485D-F762-1381-7479-D37FDB46F38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0" name="Footer Placeholder 6">
            <a:extLst xmlns:a="http://schemas.openxmlformats.org/drawingml/2006/main">
              <a:ext uri="{FF2B5EF4-FFF2-40B4-BE49-F238E27FC236}">
                <a16:creationId xmlns:a16="http://schemas.microsoft.com/office/drawing/2014/main" id="{844C26A1-8F6A-0142-2190-64BD165AA6D8}"/>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1" name="Date Placeholder 4">
            <a:extLst xmlns:a="http://schemas.openxmlformats.org/drawingml/2006/main">
              <a:ext uri="{FF2B5EF4-FFF2-40B4-BE49-F238E27FC236}">
                <a16:creationId xmlns:a16="http://schemas.microsoft.com/office/drawing/2014/main" id="{2699964F-7EAE-A02B-DAAA-5083B3377FE4}"/>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93.xml><?xml version="1.0" encoding="utf-8"?>
<p:sldLayout xmlns:p="http://schemas.openxmlformats.org/presentationml/2006/main" preserve="1" userDrawn="1">
  <p:cSld name="Light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CFD4E609-9037-8285-A36E-039E71F8B03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Picture Placeholder 12">
            <a:extLst xmlns:a="http://schemas.openxmlformats.org/drawingml/2006/main">
              <a:ext uri="{FF2B5EF4-FFF2-40B4-BE49-F238E27FC236}">
                <a16:creationId xmlns:a16="http://schemas.microsoft.com/office/drawing/2014/main" id="{90ACCFB3-5B0B-D6E2-D2BA-F70E9C22E3F7}"/>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8" name="Text Placeholder 5">
            <a:extLst xmlns:a="http://schemas.openxmlformats.org/drawingml/2006/main">
              <a:ext uri="{FF2B5EF4-FFF2-40B4-BE49-F238E27FC236}">
                <a16:creationId xmlns:a16="http://schemas.microsoft.com/office/drawing/2014/main" id="{AE8171D6-A364-A377-FFE9-3F53F16263EA}"/>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13" name="Picture Placeholder 12">
            <a:extLst xmlns:a="http://schemas.openxmlformats.org/drawingml/2006/main">
              <a:ext uri="{FF2B5EF4-FFF2-40B4-BE49-F238E27FC236}">
                <a16:creationId xmlns:a16="http://schemas.microsoft.com/office/drawing/2014/main" id="{AE9BE660-418D-B00B-4919-F18A26E7CECF}"/>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11" name="Text Placeholder 7">
            <a:extLst xmlns:a="http://schemas.openxmlformats.org/drawingml/2006/main">
              <a:ext uri="{FF2B5EF4-FFF2-40B4-BE49-F238E27FC236}">
                <a16:creationId xmlns:a16="http://schemas.microsoft.com/office/drawing/2014/main" id="{79E2D9AD-B603-1F6B-F5F3-92A71334B474}"/>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4" name="Slide Number Placeholder 5">
            <a:extLst xmlns:a="http://schemas.openxmlformats.org/drawingml/2006/main">
              <a:ext uri="{FF2B5EF4-FFF2-40B4-BE49-F238E27FC236}">
                <a16:creationId xmlns:a16="http://schemas.microsoft.com/office/drawing/2014/main" id="{7567E54F-7B19-8851-B67D-202FB9AC1D6A}"/>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A1778B27-DEA8-9A30-4AED-960974FB3EBC}"/>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333856E5-8C5E-2CF5-6E7E-97C9C55734DC}"/>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4.xml><?xml version="1.0" encoding="utf-8"?>
<p:sldLayout xmlns:p="http://schemas.openxmlformats.org/presentationml/2006/main" preserve="1" userDrawn="1">
  <p:cSld name="Dark - Bold Statement with Photo half">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endParaRP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0" name="Date Placeholder 9">
            <a:extLst xmlns:a="http://schemas.openxmlformats.org/drawingml/2006/main">
              <a:ext uri="{FF2B5EF4-FFF2-40B4-BE49-F238E27FC236}">
                <a16:creationId xmlns:a16="http://schemas.microsoft.com/office/drawing/2014/main" id="{CFB698A3-54A9-FB17-B2D4-7F20F0A79C40}"/>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1" name="Footer Placeholder 10">
            <a:extLst xmlns:a="http://schemas.openxmlformats.org/drawingml/2006/main">
              <a:ext uri="{FF2B5EF4-FFF2-40B4-BE49-F238E27FC236}">
                <a16:creationId xmlns:a16="http://schemas.microsoft.com/office/drawing/2014/main" id="{E8BE4CB4-E754-6D7A-B9E5-FD0C6A6204BF}"/>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2" name="Slide Number Placeholder 11">
            <a:extLst xmlns:a="http://schemas.openxmlformats.org/drawingml/2006/main">
              <a:ext uri="{FF2B5EF4-FFF2-40B4-BE49-F238E27FC236}">
                <a16:creationId xmlns:a16="http://schemas.microsoft.com/office/drawing/2014/main" id="{17986784-5975-D9F1-203A-0BD838E5E21F}"/>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95.xml><?xml version="1.0" encoding="utf-8"?>
<p:sldLayout xmlns:p="http://schemas.openxmlformats.org/presentationml/2006/main" preserve="1" userDrawn="1">
  <p:cSld name="Light - Bold Statement with Photo half">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endParaRP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6.xml><?xml version="1.0" encoding="utf-8"?>
<p:sldLayout xmlns:p="http://schemas.openxmlformats.org/presentationml/2006/main" preserve="1" userDrawn="1">
  <p:cSld name="Dark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endParaRPr/>
          </a:p>
        </p:txBody>
      </p:sp>
      <p:sp>
        <p:nvSpPr>
          <p:cNvPr id="6" name="Slide Number Placeholder 5">
            <a:extLst xmlns:a="http://schemas.openxmlformats.org/drawingml/2006/main">
              <a:ext uri="{FF2B5EF4-FFF2-40B4-BE49-F238E27FC236}">
                <a16:creationId xmlns:a16="http://schemas.microsoft.com/office/drawing/2014/main" id="{957B489F-6C53-0670-3CA3-C344A6796DB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4" name="Footer Placeholder 4">
            <a:extLst xmlns:a="http://schemas.openxmlformats.org/drawingml/2006/main">
              <a:ext uri="{FF2B5EF4-FFF2-40B4-BE49-F238E27FC236}">
                <a16:creationId xmlns:a16="http://schemas.microsoft.com/office/drawing/2014/main" id="{73C65335-0F11-C316-1B11-B923DAF34CA7}"/>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15" name="Date Placeholder 3">
            <a:extLst xmlns:a="http://schemas.openxmlformats.org/drawingml/2006/main">
              <a:ext uri="{FF2B5EF4-FFF2-40B4-BE49-F238E27FC236}">
                <a16:creationId xmlns:a16="http://schemas.microsoft.com/office/drawing/2014/main" id="{249F2E88-1C3B-E905-DE13-29B4AD6670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pic>
        <p:nvPicPr>
          <p:cNvPr id="22" name="Picture 4"/>
          <p:cNvPicPr>
            <a:picLocks xmlns:a="http://schemas.openxmlformats.org/drawingml/2006/main" noChangeAspect="1"/>
          </p:cNvPicPr>
          <p:nvPr/>
        </p:nvPicPr>
        <p:blipFill>
          <a:blip xmlns:r="http://schemas.openxmlformats.org/officeDocument/2006/relationships" xmlns:a="http://schemas.openxmlformats.org/drawingml/2006/main" r:embed="R13945e92d56244d9"/>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7" name="Picture Placeholder 21">
            <a:extLst xmlns:a="http://schemas.openxmlformats.org/drawingml/2006/main">
              <a:ext uri="{FF2B5EF4-FFF2-40B4-BE49-F238E27FC236}">
                <a16:creationId xmlns:a16="http://schemas.microsoft.com/office/drawing/2014/main" id="{4A787595-7363-9A8E-E513-2117DE88759B}"/>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endParaRPr/>
          </a:p>
          <a:p xmlns:a="http://schemas.openxmlformats.org/drawingml/2006/main">
            <a:endParaRPr/>
          </a:p>
        </p:txBody>
      </p:sp>
    </p:spTree>
  </p:cSld>
</p:sldLayout>
</file>

<file path=ppt/slideLayouts/slideLayout97.xml><?xml version="1.0" encoding="utf-8"?>
<p:sldLayout xmlns:p="http://schemas.openxmlformats.org/presentationml/2006/main" preserve="1" userDrawn="1">
  <p:cSld name="Light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endParaRP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endParaRPr/>
          </a:p>
        </p:txBody>
      </p:sp>
      <p:pic>
        <p:nvPicPr>
          <p:cNvPr id="17" name="Picture 10"/>
          <p:cNvPicPr>
            <a:picLocks xmlns:a="http://schemas.openxmlformats.org/drawingml/2006/main" noChangeAspect="1"/>
          </p:cNvPicPr>
          <p:nvPr/>
        </p:nvPicPr>
        <p:blipFill>
          <a:blip xmlns:r="http://schemas.openxmlformats.org/officeDocument/2006/relationships" xmlns:a="http://schemas.openxmlformats.org/drawingml/2006/main" r:embed="Ra917df35e13e4453"/>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13" name="Picture Placeholder 21">
            <a:extLst xmlns:a="http://schemas.openxmlformats.org/drawingml/2006/main">
              <a:ext uri="{FF2B5EF4-FFF2-40B4-BE49-F238E27FC236}">
                <a16:creationId xmlns:a16="http://schemas.microsoft.com/office/drawing/2014/main" id="{A6B73051-9D1F-22B3-EB86-F2801CD8E323}"/>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endParaRPr/>
          </a:p>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8.xml><?xml version="1.0" encoding="utf-8"?>
<p:sldLayout xmlns:p="http://schemas.openxmlformats.org/presentationml/2006/main" userDrawn="1">
  <p:cSld name="Light - Story with quote, and image">
    <p:bg>
      <p:bgRef idx="1001">
        <a:schemeClr xmlns:a="http://schemas.openxmlformats.org/drawingml/2006/main" val="bg2"/>
      </p:bgRef>
    </p:bg>
    <p:spTree>
      <p:nvGrpSpPr>
        <p:cNvPr id="1" name=""/>
        <p:cNvGrpSpPr/>
        <p:nvPr/>
      </p:nvGrpSpPr>
      <p:grpSpPr>
        <a:xfrm xmlns:a="http://schemas.openxmlformats.org/drawingml/2006/main"/>
      </p:grpSpPr>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23" name="Text Placeholder 3">
            <a:extLst xmlns:a="http://schemas.openxmlformats.org/drawingml/2006/main">
              <a:ext uri="{FF2B5EF4-FFF2-40B4-BE49-F238E27FC236}">
                <a16:creationId xmlns:a16="http://schemas.microsoft.com/office/drawing/2014/main" id="{B544B384-379B-D246-825E-82D80E47CA83}"/>
              </a:ext>
            </a:extLst>
          </p:cNvPr>
          <p:cNvSpPr>
            <a:spLocks xmlns:a="http://schemas.openxmlformats.org/drawingml/2006/main" noGrp="1"/>
          </p:cNvSpPr>
          <p:nvPr>
            <p:ph type="body" idx="20" hasCustomPrompt="1"/>
          </p:nvPr>
        </p:nvSpPr>
        <p:spPr>
          <a:xfrm xmlns:a="http://schemas.openxmlformats.org/drawingml/2006/main">
            <a:off x="6781820" y="3870511"/>
            <a:ext cx="4838705" cy="1358116"/>
          </a:xfrm>
        </p:spPr>
        <p:txBody>
          <a:bodyPr xmlns:a="http://schemas.openxmlformats.org/drawingml/2006/main"/>
          <a:lstStyle xmlns:a="http://schemas.openxmlformats.org/drawingml/2006/main">
            <a:lvl1pPr>
              <a:buNone/>
              <a:defRPr sz="1800">
                <a:solidFill>
                  <a:schemeClr val="tx1"/>
                </a:solidFill>
                <a:latin typeface="Georgia"/>
                <a:ea typeface="Georgia"/>
                <a:cs typeface="Georgia"/>
              </a:defRPr>
            </a:lvl1pPr>
          </a:lstStyle>
          <a:p xmlns:a="http://schemas.openxmlformats.org/drawingml/2006/main">
            <a:pPr lvl="0">
              <a:buNone/>
            </a:pPr>
            <a:r>
              <a:t>“Quote goes up here.</a:t>
            </a:r>
            <a:r>
              <a:t> 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Ut </a:t>
            </a:r>
            <a:r>
              <a:t>enim</a:t>
            </a:r>
            <a:r>
              <a:t> ad minim </a:t>
            </a:r>
            <a:r>
              <a:t>veniam</a:t>
            </a:r>
            <a:r>
              <a:t>, </a:t>
            </a:r>
            <a:r>
              <a:t>quis</a:t>
            </a:r>
            <a:r>
              <a:t> </a:t>
            </a:r>
            <a:r>
              <a:t>nostrud</a:t>
            </a:r>
            <a:r>
              <a:t> exercitation </a:t>
            </a:r>
            <a:r>
              <a:t>ullamco</a:t>
            </a:r>
            <a:r>
              <a:t>.”</a:t>
            </a:r>
            <a:endParaRPr/>
          </a:p>
        </p:txBody>
      </p:sp>
      <p:sp>
        <p:nvSpPr>
          <p:cNvPr id="18" name="Text Placeholder 3">
            <a:extLst xmlns:a="http://schemas.openxmlformats.org/drawingml/2006/main">
              <a:ext uri="{FF2B5EF4-FFF2-40B4-BE49-F238E27FC236}">
                <a16:creationId xmlns:a16="http://schemas.microsoft.com/office/drawing/2014/main" id="{124E7EE1-1F21-A94B-BD4C-80D5579EA0D8}"/>
              </a:ext>
            </a:extLst>
          </p:cNvPr>
          <p:cNvSpPr>
            <a:spLocks xmlns:a="http://schemas.openxmlformats.org/drawingml/2006/main" noGrp="1"/>
          </p:cNvSpPr>
          <p:nvPr>
            <p:ph type="body" idx="21" hasCustomPrompt="1"/>
          </p:nvPr>
        </p:nvSpPr>
        <p:spPr>
          <a:xfrm xmlns:a="http://schemas.openxmlformats.org/drawingml/2006/main">
            <a:off x="6781820" y="5608955"/>
            <a:ext cx="4838705" cy="269769"/>
          </a:xfrm>
        </p:spPr>
        <p:txBody>
          <a:bodyPr xmlns:a="http://schemas.openxmlformats.org/drawingml/2006/main" anchor="ctr"/>
          <a:lstStyle xmlns:a="http://schemas.openxmlformats.org/drawingml/2006/main">
            <a:lvl1pPr>
              <a:buNone/>
              <a:defRPr sz="1200" b="1" i="0">
                <a:solidFill>
                  <a:schemeClr val="tx1"/>
                </a:solidFill>
                <a:latin typeface="Oracle Sans"/>
                <a:ea typeface="Oracle Sans"/>
                <a:cs typeface="Oracle Sans"/>
              </a:defRPr>
            </a:lvl1pPr>
          </a:lstStyle>
          <a:p xmlns:a="http://schemas.openxmlformats.org/drawingml/2006/main">
            <a:pPr lvl="0">
              <a:buNone/>
            </a:pPr>
            <a:r>
              <a:t>Person name</a:t>
            </a:r>
          </a:p>
        </p:txBody>
      </p:sp>
      <p:sp>
        <p:nvSpPr>
          <p:cNvPr id="19" name="Text Placeholder 3">
            <a:extLst xmlns:a="http://schemas.openxmlformats.org/drawingml/2006/main">
              <a:ext uri="{FF2B5EF4-FFF2-40B4-BE49-F238E27FC236}">
                <a16:creationId xmlns:a16="http://schemas.microsoft.com/office/drawing/2014/main" id="{EECEA0F4-62BE-D045-9B17-E8A1B43697E5}"/>
              </a:ext>
            </a:extLst>
          </p:cNvPr>
          <p:cNvSpPr>
            <a:spLocks xmlns:a="http://schemas.openxmlformats.org/drawingml/2006/main" noGrp="1"/>
          </p:cNvSpPr>
          <p:nvPr>
            <p:ph type="body" idx="22" hasCustomPrompt="1"/>
          </p:nvPr>
        </p:nvSpPr>
        <p:spPr>
          <a:xfrm xmlns:a="http://schemas.openxmlformats.org/drawingml/2006/main">
            <a:off x="6781819" y="5938133"/>
            <a:ext cx="4838705" cy="269769"/>
          </a:xfrm>
        </p:spPr>
        <p:txBody>
          <a:bodyPr xmlns:a="http://schemas.openxmlformats.org/drawingml/2006/main" anchor="ctr"/>
          <a:lstStyle xmlns:a="http://schemas.openxmlformats.org/drawingml/2006/main">
            <a:lvl1pPr>
              <a:buNone/>
              <a:defRPr sz="1200" b="0" i="0">
                <a:solidFill>
                  <a:schemeClr val="tx1"/>
                </a:solidFill>
                <a:latin typeface="Oracle Sans"/>
                <a:ea typeface="Oracle Sans"/>
                <a:cs typeface="Oracle Sans"/>
              </a:defRPr>
            </a:lvl1pPr>
          </a:lstStyle>
          <a:p xmlns:a="http://schemas.openxmlformats.org/drawingml/2006/main">
            <a:pPr lvl="0">
              <a:buNone/>
            </a:pPr>
            <a:r>
              <a:t>Company name</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endParaRP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533895"/>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endParaRP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38782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63591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endParaRPr/>
          </a:p>
        </p:txBody>
      </p:sp>
      <p:sp>
        <p:nvSpPr>
          <p:cNvPr id="32" name="Text Placeholder 19">
            <a:extLst xmlns:a="http://schemas.openxmlformats.org/drawingml/2006/main">
              <a:ext uri="{FF2B5EF4-FFF2-40B4-BE49-F238E27FC236}">
                <a16:creationId xmlns:a16="http://schemas.microsoft.com/office/drawing/2014/main" id="{78684B9E-4AF4-B988-B9FA-63EF07B490FD}"/>
              </a:ext>
            </a:extLst>
          </p:cNvPr>
          <p:cNvSpPr>
            <a:spLocks xmlns:a="http://schemas.openxmlformats.org/drawingml/2006/main" noGrp="1"/>
          </p:cNvSpPr>
          <p:nvPr>
            <p:ph type="body" idx="47" hasCustomPrompt="1"/>
          </p:nvPr>
        </p:nvSpPr>
        <p:spPr>
          <a:xfrm xmlns:a="http://schemas.openxmlformats.org/drawingml/2006/main">
            <a:off x="768875" y="5010631"/>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Result 1</a:t>
            </a:r>
          </a:p>
        </p:txBody>
      </p:sp>
      <p:sp>
        <p:nvSpPr>
          <p:cNvPr id="36" name="Text Placeholder 19">
            <a:extLst xmlns:a="http://schemas.openxmlformats.org/drawingml/2006/main">
              <a:ext uri="{FF2B5EF4-FFF2-40B4-BE49-F238E27FC236}">
                <a16:creationId xmlns:a16="http://schemas.microsoft.com/office/drawing/2014/main" id="{8E8CD5E9-9DB1-7D4C-37D6-37209F082819}"/>
              </a:ext>
            </a:extLst>
          </p:cNvPr>
          <p:cNvSpPr>
            <a:spLocks xmlns:a="http://schemas.openxmlformats.org/drawingml/2006/main" noGrp="1"/>
          </p:cNvSpPr>
          <p:nvPr>
            <p:ph type="body" idx="50"/>
          </p:nvPr>
        </p:nvSpPr>
        <p:spPr>
          <a:xfrm xmlns:a="http://schemas.openxmlformats.org/drawingml/2006/main">
            <a:off x="768875" y="5354986"/>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1" name="Text Placeholder 19">
            <a:extLst xmlns:a="http://schemas.openxmlformats.org/drawingml/2006/main">
              <a:ext uri="{FF2B5EF4-FFF2-40B4-BE49-F238E27FC236}">
                <a16:creationId xmlns:a16="http://schemas.microsoft.com/office/drawing/2014/main" id="{EBB6E9E6-28D8-BBCA-0BB7-15E4DEB80D17}"/>
              </a:ext>
            </a:extLst>
          </p:cNvPr>
          <p:cNvSpPr>
            <a:spLocks xmlns:a="http://schemas.openxmlformats.org/drawingml/2006/main" noGrp="1"/>
          </p:cNvSpPr>
          <p:nvPr>
            <p:ph type="body" idx="51" hasCustomPrompt="1"/>
          </p:nvPr>
        </p:nvSpPr>
        <p:spPr>
          <a:xfrm xmlns:a="http://schemas.openxmlformats.org/drawingml/2006/main">
            <a:off x="3274795" y="5015715"/>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Result 2</a:t>
            </a:r>
          </a:p>
        </p:txBody>
      </p:sp>
      <p:sp>
        <p:nvSpPr>
          <p:cNvPr id="42" name="Text Placeholder 19">
            <a:extLst xmlns:a="http://schemas.openxmlformats.org/drawingml/2006/main">
              <a:ext uri="{FF2B5EF4-FFF2-40B4-BE49-F238E27FC236}">
                <a16:creationId xmlns:a16="http://schemas.microsoft.com/office/drawing/2014/main" id="{4DD9F86A-700A-8EBA-A4A6-BC6B400BACE3}"/>
              </a:ext>
            </a:extLst>
          </p:cNvPr>
          <p:cNvSpPr>
            <a:spLocks xmlns:a="http://schemas.openxmlformats.org/drawingml/2006/main" noGrp="1"/>
          </p:cNvSpPr>
          <p:nvPr>
            <p:ph type="body" idx="52"/>
          </p:nvPr>
        </p:nvSpPr>
        <p:spPr>
          <a:xfrm xmlns:a="http://schemas.openxmlformats.org/drawingml/2006/main">
            <a:off x="3274795" y="5342942"/>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Picture Placeholder 17">
            <a:extLst xmlns:a="http://schemas.openxmlformats.org/drawingml/2006/main">
              <a:ext uri="{FF2B5EF4-FFF2-40B4-BE49-F238E27FC236}">
                <a16:creationId xmlns:a16="http://schemas.microsoft.com/office/drawing/2014/main" id="{EE7EF218-A785-F9A6-5ED4-ABEAAE6312D3}"/>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pic>
        <p:nvPicPr>
          <p:cNvPr id="65" name="OTag"/>
          <p:cNvPicPr>
            <a:picLocks xmlns:a="http://schemas.openxmlformats.org/drawingml/2006/main" noChangeAspect="1"/>
          </p:cNvPicPr>
          <p:nvPr/>
        </p:nvPicPr>
        <p:blipFill>
          <a:blip xmlns:r="http://schemas.openxmlformats.org/officeDocument/2006/relationships" xmlns:a="http://schemas.openxmlformats.org/drawingml/2006/main" r:embed="Rb3ffe65f4b52434c"/>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6" name="Graphic 4"/>
          <p:cNvPicPr>
            <a:picLocks xmlns:a="http://schemas.openxmlformats.org/drawingml/2006/main" noChangeAspect="1"/>
          </p:cNvPicPr>
          <p:nvPr/>
        </p:nvPicPr>
        <p:blipFill>
          <a:blip xmlns:r="http://schemas.openxmlformats.org/officeDocument/2006/relationships" xmlns:a="http://schemas.openxmlformats.org/drawingml/2006/main" r:embed="Ra5b4577dc3fe4240">
            <a:extLst>
              <a:ext uri="{96DAC541-7B7A-43D3-8B79-37D633B846F1}">
                <asvg:svgBlip xmlns:asvg="http://schemas.microsoft.com/office/drawing/2016/SVG/main" r:embed="R02a2802550554245"/>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6" name="Text Placeholder 21">
            <a:extLst xmlns:a="http://schemas.openxmlformats.org/drawingml/2006/main">
              <a:ext uri="{FF2B5EF4-FFF2-40B4-BE49-F238E27FC236}">
                <a16:creationId xmlns:a16="http://schemas.microsoft.com/office/drawing/2014/main" id="{57B65472-0A7B-E1E2-E938-97D6EFD8291F}"/>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endParaRPr/>
          </a:p>
        </p:txBody>
      </p:sp>
    </p:spTree>
  </p:cSld>
</p:sldLayout>
</file>

<file path=ppt/slideLayouts/slideLayout99.xml><?xml version="1.0" encoding="utf-8"?>
<p:sldLayout xmlns:p="http://schemas.openxmlformats.org/presentationml/2006/main" preserve="1" userDrawn="1">
  <p:cSld name="Light - Story with photo and stats">
    <p:bg>
      <p:bgRef idx="1001">
        <a:schemeClr xmlns:a="http://schemas.openxmlformats.org/drawingml/2006/main" val="bg2"/>
      </p:bgRef>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endParaRP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703827"/>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endParaRP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4048160"/>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870581"/>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endParaRPr/>
          </a:p>
        </p:txBody>
      </p:sp>
      <p:sp>
        <p:nvSpPr>
          <p:cNvPr id="3" name="Text Placeholder 19">
            <a:extLst xmlns:a="http://schemas.openxmlformats.org/drawingml/2006/main">
              <a:ext uri="{FF2B5EF4-FFF2-40B4-BE49-F238E27FC236}">
                <a16:creationId xmlns:a16="http://schemas.microsoft.com/office/drawing/2014/main" id="{C9B029B0-1EAB-FE8A-291E-9E218344064A}"/>
              </a:ext>
            </a:extLst>
          </p:cNvPr>
          <p:cNvSpPr>
            <a:spLocks xmlns:a="http://schemas.openxmlformats.org/drawingml/2006/main" noGrp="1"/>
          </p:cNvSpPr>
          <p:nvPr>
            <p:ph type="body" idx="47"/>
          </p:nvPr>
        </p:nvSpPr>
        <p:spPr>
          <a:xfrm xmlns:a="http://schemas.openxmlformats.org/drawingml/2006/main">
            <a:off x="761999" y="52255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 name="Text Placeholder 21">
            <a:extLst xmlns:a="http://schemas.openxmlformats.org/drawingml/2006/main">
              <a:ext uri="{FF2B5EF4-FFF2-40B4-BE49-F238E27FC236}">
                <a16:creationId xmlns:a16="http://schemas.microsoft.com/office/drawing/2014/main" id="{36B97647-97D2-408B-413C-E65D6A6051E5}"/>
              </a:ext>
            </a:extLst>
          </p:cNvPr>
          <p:cNvSpPr>
            <a:spLocks xmlns:a="http://schemas.openxmlformats.org/drawingml/2006/main" noGrp="1"/>
          </p:cNvSpPr>
          <p:nvPr>
            <p:ph type="body" idx="14" hasCustomPrompt="1"/>
          </p:nvPr>
        </p:nvSpPr>
        <p:spPr>
          <a:xfrm xmlns:a="http://schemas.openxmlformats.org/drawingml/2006/main">
            <a:off x="6739049" y="3922382"/>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endParaRPr/>
          </a:p>
        </p:txBody>
      </p:sp>
      <p:sp>
        <p:nvSpPr>
          <p:cNvPr id="5" name="Text Placeholder 21">
            <a:extLst xmlns:a="http://schemas.openxmlformats.org/drawingml/2006/main">
              <a:ext uri="{FF2B5EF4-FFF2-40B4-BE49-F238E27FC236}">
                <a16:creationId xmlns:a16="http://schemas.microsoft.com/office/drawing/2014/main" id="{3A3580F8-D690-3030-C6AC-4866E9825F61}"/>
              </a:ext>
            </a:extLst>
          </p:cNvPr>
          <p:cNvSpPr>
            <a:spLocks xmlns:a="http://schemas.openxmlformats.org/drawingml/2006/main" noGrp="1"/>
          </p:cNvSpPr>
          <p:nvPr>
            <p:ph type="body" idx="30" hasCustomPrompt="1"/>
          </p:nvPr>
        </p:nvSpPr>
        <p:spPr>
          <a:xfrm xmlns:a="http://schemas.openxmlformats.org/drawingml/2006/main">
            <a:off x="8448458" y="3933540"/>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endParaRPr/>
          </a:p>
        </p:txBody>
      </p:sp>
      <p:sp>
        <p:nvSpPr>
          <p:cNvPr id="7" name="Text Placeholder 21">
            <a:extLst xmlns:a="http://schemas.openxmlformats.org/drawingml/2006/main">
              <a:ext uri="{FF2B5EF4-FFF2-40B4-BE49-F238E27FC236}">
                <a16:creationId xmlns:a16="http://schemas.microsoft.com/office/drawing/2014/main" id="{44C5C283-5935-B42C-7120-D243BA9A2913}"/>
              </a:ext>
            </a:extLst>
          </p:cNvPr>
          <p:cNvSpPr>
            <a:spLocks xmlns:a="http://schemas.openxmlformats.org/drawingml/2006/main" noGrp="1"/>
          </p:cNvSpPr>
          <p:nvPr>
            <p:ph type="body" idx="31" hasCustomPrompt="1"/>
          </p:nvPr>
        </p:nvSpPr>
        <p:spPr>
          <a:xfrm xmlns:a="http://schemas.openxmlformats.org/drawingml/2006/main">
            <a:off x="6739049" y="4734009"/>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endParaRPr/>
          </a:p>
        </p:txBody>
      </p:sp>
      <p:sp>
        <p:nvSpPr>
          <p:cNvPr id="8" name="Text Placeholder 21">
            <a:extLst xmlns:a="http://schemas.openxmlformats.org/drawingml/2006/main">
              <a:ext uri="{FF2B5EF4-FFF2-40B4-BE49-F238E27FC236}">
                <a16:creationId xmlns:a16="http://schemas.microsoft.com/office/drawing/2014/main" id="{099F2B36-E543-7114-2E12-7E05E41FD12F}"/>
              </a:ext>
            </a:extLst>
          </p:cNvPr>
          <p:cNvSpPr>
            <a:spLocks xmlns:a="http://schemas.openxmlformats.org/drawingml/2006/main" noGrp="1"/>
          </p:cNvSpPr>
          <p:nvPr>
            <p:ph type="body" idx="48" hasCustomPrompt="1"/>
          </p:nvPr>
        </p:nvSpPr>
        <p:spPr>
          <a:xfrm xmlns:a="http://schemas.openxmlformats.org/drawingml/2006/main">
            <a:off x="8448458" y="4745167"/>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endParaRPr/>
          </a:p>
        </p:txBody>
      </p:sp>
      <p:sp>
        <p:nvSpPr>
          <p:cNvPr id="9" name="Text Placeholder 21">
            <a:extLst xmlns:a="http://schemas.openxmlformats.org/drawingml/2006/main">
              <a:ext uri="{FF2B5EF4-FFF2-40B4-BE49-F238E27FC236}">
                <a16:creationId xmlns:a16="http://schemas.microsoft.com/office/drawing/2014/main" id="{480E7235-27FC-1059-8FEC-3A55CCC728FE}"/>
              </a:ext>
            </a:extLst>
          </p:cNvPr>
          <p:cNvSpPr>
            <a:spLocks xmlns:a="http://schemas.openxmlformats.org/drawingml/2006/main" noGrp="1"/>
          </p:cNvSpPr>
          <p:nvPr>
            <p:ph type="body" idx="33" hasCustomPrompt="1"/>
          </p:nvPr>
        </p:nvSpPr>
        <p:spPr>
          <a:xfrm xmlns:a="http://schemas.openxmlformats.org/drawingml/2006/main">
            <a:off x="6739049" y="5546718"/>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endParaRPr/>
          </a:p>
        </p:txBody>
      </p:sp>
      <p:sp>
        <p:nvSpPr>
          <p:cNvPr id="11" name="Text Placeholder 21">
            <a:extLst xmlns:a="http://schemas.openxmlformats.org/drawingml/2006/main">
              <a:ext uri="{FF2B5EF4-FFF2-40B4-BE49-F238E27FC236}">
                <a16:creationId xmlns:a16="http://schemas.microsoft.com/office/drawing/2014/main" id="{360C9156-A92C-0F42-A924-D97D8BD8785F}"/>
              </a:ext>
            </a:extLst>
          </p:cNvPr>
          <p:cNvSpPr>
            <a:spLocks xmlns:a="http://schemas.openxmlformats.org/drawingml/2006/main" noGrp="1"/>
          </p:cNvSpPr>
          <p:nvPr>
            <p:ph type="body" idx="34" hasCustomPrompt="1"/>
          </p:nvPr>
        </p:nvSpPr>
        <p:spPr>
          <a:xfrm xmlns:a="http://schemas.openxmlformats.org/drawingml/2006/main">
            <a:off x="8448458" y="5557876"/>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endParaRPr/>
          </a:p>
        </p:txBody>
      </p:sp>
      <p:sp>
        <p:nvSpPr>
          <p:cNvPr id="12" name="Picture Placeholder 17">
            <a:extLst xmlns:a="http://schemas.openxmlformats.org/drawingml/2006/main">
              <a:ext uri="{FF2B5EF4-FFF2-40B4-BE49-F238E27FC236}">
                <a16:creationId xmlns:a16="http://schemas.microsoft.com/office/drawing/2014/main" id="{37E1F626-6013-A11C-1493-E8B91C591978}"/>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pic>
        <p:nvPicPr>
          <p:cNvPr id="65" name="OTag"/>
          <p:cNvPicPr>
            <a:picLocks xmlns:a="http://schemas.openxmlformats.org/drawingml/2006/main" noChangeAspect="1"/>
          </p:cNvPicPr>
          <p:nvPr/>
        </p:nvPicPr>
        <p:blipFill>
          <a:blip xmlns:r="http://schemas.openxmlformats.org/officeDocument/2006/relationships" xmlns:a="http://schemas.openxmlformats.org/drawingml/2006/main" r:embed="R0f4e46f95068464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6" name="Graphic 12"/>
          <p:cNvPicPr>
            <a:picLocks xmlns:a="http://schemas.openxmlformats.org/drawingml/2006/main" noChangeAspect="1"/>
          </p:cNvPicPr>
          <p:nvPr/>
        </p:nvPicPr>
        <p:blipFill>
          <a:blip xmlns:r="http://schemas.openxmlformats.org/officeDocument/2006/relationships" xmlns:a="http://schemas.openxmlformats.org/drawingml/2006/main" r:embed="Rb13a5fb2e86d47b7">
            <a:extLst>
              <a:ext uri="{96DAC541-7B7A-43D3-8B79-37D633B846F1}">
                <asvg:svgBlip xmlns:asvg="http://schemas.microsoft.com/office/drawing/2016/SVG/main" r:embed="R9bd110c669b94944"/>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714C8117-8874-4C52-FD47-896710854EA6}"/>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endParaRPr/>
          </a:p>
        </p:txBody>
      </p:sp>
    </p:spTree>
  </p:cSld>
</p:sldLayout>
</file>

<file path=ppt/slideLayouts/slideLayout100.xml><?xml version="1.0" encoding="utf-8"?>
<p:sldLayout xmlns:p="http://schemas.openxmlformats.org/presentationml/2006/main" preserve="1" userDrawn="1">
  <p:cSld name="Light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endParaRP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101.xml><?xml version="1.0" encoding="utf-8"?>
<p:sldLayout xmlns:p="http://schemas.openxmlformats.org/presentationml/2006/main" preserve="1" userDrawn="1">
  <p:cSld name="Dark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endParaRP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102.xml><?xml version="1.0" encoding="utf-8"?>
<p:sldLayout xmlns:p="http://schemas.openxmlformats.org/presentationml/2006/main" preserve="1" userDrawn="1">
  <p:cSld name="Light - Left middle title and sub ">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1998" y="2471026"/>
            <a:ext cx="4846320" cy="822960"/>
          </a:xfrm>
        </p:spPr>
        <p:txBody>
          <a:bodyPr xmlns:a="http://schemas.openxmlformats.org/drawingml/2006/main"/>
          <a:lstStyle xmlns:a="http://schemas.openxmlformats.org/drawingml/2006/main">
            <a:lvl1pPr algn="l">
              <a:buNone/>
              <a:defRPr sz="3200" b="1" i="0">
                <a:latin typeface="Oracle Sans Tab"/>
                <a:ea typeface="Oracle Sans Tab"/>
                <a:cs typeface="Oracle Sans Tab"/>
              </a:defRPr>
            </a:lvl1pPr>
          </a:lstStyle>
          <a:p xmlns:a="http://schemas.openxmlformats.org/drawingml/2006/main">
            <a:r>
              <a:t>Left aligned middle title. </a:t>
            </a:r>
            <a:br/>
            <a:r>
              <a:t>Add graphic to the right.</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4846320"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2000" b="0" i="0">
                <a:solidFill>
                  <a:schemeClr val="tx1"/>
                </a:solidFill>
                <a:latin typeface="Oracle Sans"/>
                <a:ea typeface="Oracle Sans"/>
                <a:cs typeface="Oracle Sans"/>
              </a:defRPr>
            </a:lvl1pPr>
          </a:lstStyle>
          <a:p xmlns:a="http://schemas.openxmlformats.org/drawingml/2006/main">
            <a:pPr lvl="0">
              <a:buNone/>
            </a:pPr>
            <a:r>
              <a:t>Left aligned middle subhead. </a:t>
            </a:r>
            <a:br/>
            <a:r>
              <a:t>Body copy goes here. To the right, add in custom graphics, technical diagrams or custom artwork. </a:t>
            </a:r>
            <a:endParaRP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103.xml><?xml version="1.0" encoding="utf-8"?>
<p:sldLayout xmlns:p="http://schemas.openxmlformats.org/presentationml/2006/main" preserve="1" userDrawn="1">
  <p:cSld name="Dark - Left middle title and sub ">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471026"/>
            <a:ext cx="4846320" cy="822960"/>
          </a:xfrm>
        </p:spPr>
        <p:txBody>
          <a:bodyPr xmlns:a="http://schemas.openxmlformats.org/drawingml/2006/main"/>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 </a:t>
            </a:r>
            <a:br/>
            <a:r>
              <a:t>Add graphic to the right</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4846320"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2000" b="0" i="0">
                <a:solidFill>
                  <a:schemeClr val="tx1"/>
                </a:solidFill>
                <a:latin typeface="Oracle Sans"/>
                <a:ea typeface="Oracle Sans"/>
                <a:cs typeface="Oracle Sans"/>
              </a:defRPr>
            </a:lvl1pPr>
          </a:lstStyle>
          <a:p xmlns:a="http://schemas.openxmlformats.org/drawingml/2006/main">
            <a:pPr lvl="0">
              <a:buNone/>
            </a:pPr>
            <a:r>
              <a:t>Left aligned middle subhead. </a:t>
            </a:r>
            <a:br/>
            <a:r>
              <a:t>Body copy goes here. To the right, add in custom graphics, technical diagrams or custom artwork. </a:t>
            </a:r>
            <a:endParaRP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104.xml><?xml version="1.0" encoding="utf-8"?>
<p:sldLayout xmlns:p="http://schemas.openxmlformats.org/presentationml/2006/main" preserve="1" userDrawn="1">
  <p:cSld name="Light - Left middle tit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298982"/>
            <a:ext cx="4846320" cy="2260036"/>
          </a:xfrm>
        </p:spPr>
        <p:txBody>
          <a:bodyPr xmlns:a="http://schemas.openxmlformats.org/drawingml/2006/main" anchor="ctr"/>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a:t>
            </a:r>
            <a:br/>
            <a:r>
              <a:t>Add custom graphics to the right.</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105.xml><?xml version="1.0" encoding="utf-8"?>
<p:sldLayout xmlns:p="http://schemas.openxmlformats.org/presentationml/2006/main" preserve="1" userDrawn="1">
  <p:cSld name="Dark - Left middle title">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298982"/>
            <a:ext cx="4846320" cy="2260036"/>
          </a:xfrm>
        </p:spPr>
        <p:txBody>
          <a:bodyPr xmlns:a="http://schemas.openxmlformats.org/drawingml/2006/main" anchor="ctr"/>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 Add custom graphics to the right.</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106.xml><?xml version="1.0" encoding="utf-8"?>
<p:sldLayout xmlns:p="http://schemas.openxmlformats.org/presentationml/2006/main" preserve="1" userDrawn="1">
  <p:cSld name="Dark-AbstractBG-1">
    <p:bg>
      <p:bgPr>
        <a:blipFill xmlns:a="http://schemas.openxmlformats.org/drawingml/2006/main" rotWithShape="1">
          <a:blip xmlns:r="http://schemas.openxmlformats.org/officeDocument/2006/relationships" r:embed="R622c46fb1d734bf2">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107.xml><?xml version="1.0" encoding="utf-8"?>
<p:sldLayout xmlns:p="http://schemas.openxmlformats.org/presentationml/2006/main" preserve="1" userDrawn="1">
  <p:cSld name="Dark-AbstractBG-2">
    <p:bg>
      <p:bgPr>
        <a:blipFill xmlns:a="http://schemas.openxmlformats.org/drawingml/2006/main" rotWithShape="1">
          <a:blip xmlns:r="http://schemas.openxmlformats.org/officeDocument/2006/relationships" r:embed="R4d59f9b4a181406e">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108.xml><?xml version="1.0" encoding="utf-8"?>
<p:sldLayout xmlns:p="http://schemas.openxmlformats.org/presentationml/2006/main" preserve="1" userDrawn="1">
  <p:cSld name="Light-AbstractBG-1">
    <p:bg>
      <p:bgPr>
        <a:blipFill xmlns:a="http://schemas.openxmlformats.org/drawingml/2006/main" rotWithShape="1">
          <a:blip xmlns:r="http://schemas.openxmlformats.org/officeDocument/2006/relationships" r:embed="R4f0e664402944824">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109.xml><?xml version="1.0" encoding="utf-8"?>
<p:sldLayout xmlns:p="http://schemas.openxmlformats.org/presentationml/2006/main" preserve="1" userDrawn="1">
  <p:cSld name="Light-AbstractBG-2">
    <p:bg>
      <p:bgPr>
        <a:blipFill xmlns:a="http://schemas.openxmlformats.org/drawingml/2006/main" rotWithShape="1">
          <a:blip xmlns:r="http://schemas.openxmlformats.org/officeDocument/2006/relationships" r:embed="R55492d3f154c482c">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endParaRP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110.xml><?xml version="1.0" encoding="utf-8"?>
<p:sldLayout xmlns:p="http://schemas.openxmlformats.org/presentationml/2006/main" preserve="1">
  <p:cSld name="Light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f10f39d052b24ebb">
            <a:extLst>
              <a:ext uri="{96DAC541-7B7A-43D3-8B79-37D633B846F1}">
                <asvg:svgBlip xmlns:asvg="http://schemas.microsoft.com/office/drawing/2016/SVG/main" r:embed="Rb13ea0a1eb63455c"/>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11.xml><?xml version="1.0" encoding="utf-8"?>
<p:sldLayout xmlns:p="http://schemas.openxmlformats.org/presentationml/2006/main" preserve="1">
  <p:cSld name="Dark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0ade1576cae949be">
            <a:extLst>
              <a:ext uri="{96DAC541-7B7A-43D3-8B79-37D633B846F1}">
                <asvg:svgBlip xmlns:asvg="http://schemas.microsoft.com/office/drawing/2016/SVG/main" r:embed="R2b6751bbd59c473e"/>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12.xml><?xml version="1.0" encoding="utf-8"?>
<p:sldLayout xmlns:p="http://schemas.openxmlformats.org/presentationml/2006/main" showMasterSp="0" preserve="1">
  <p:cSld name="STOP">
    <p:bg>
      <p:bgPr>
        <a:solidFill xmlns:a="http://schemas.openxmlformats.org/drawingml/2006/main">
          <a:srgbClr val="C74634"/>
        </a:solidFill>
      </p:bgPr>
    </p:bg>
    <p:spTree>
      <p:nvGrpSpPr>
        <p:cNvPr id="1" name=""/>
        <p:cNvGrpSpPr/>
        <p:nvPr/>
      </p:nvGrpSpPr>
      <p:grpSpPr>
        <a:xfrm xmlns:a="http://schemas.openxmlformats.org/drawingml/2006/main"/>
      </p:grpSpPr>
      <p:sp>
        <p:nvSpPr>
          <p:cNvPr id="7" name="Freeform 5">
            <a:extLst xmlns:a="http://schemas.openxmlformats.org/drawingml/2006/main">
              <a:ext uri="{FF2B5EF4-FFF2-40B4-BE49-F238E27FC236}">
                <a16:creationId xmlns:a16="http://schemas.microsoft.com/office/drawing/2014/main" id="{8D479378-DEC7-2ADF-53B1-0BD27B66492B}"/>
              </a:ext>
            </a:extLst>
          </p:cNvPr>
          <p:cNvSpPr>
            <a:spLocks xmlns:a="http://schemas.openxmlformats.org/drawingml/2006/main" noGrp="1"/>
          </p:cNvSpPr>
          <p:nvPr/>
        </p:nvSpPr>
        <p:spPr>
          <a:xfrm xmlns:a="http://schemas.openxmlformats.org/drawingml/2006/main" rot="0" flipH="0" flipV="0">
            <a:off x="1697927" y="3324744"/>
            <a:ext cx="644484" cy="525669"/>
          </a:xfrm>
          <a:custGeom xmlns:a="http://schemas.openxmlformats.org/drawingml/2006/main">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 name="Freeform 6">
            <a:extLst xmlns:a="http://schemas.openxmlformats.org/drawingml/2006/main">
              <a:ext uri="{FF2B5EF4-FFF2-40B4-BE49-F238E27FC236}">
                <a16:creationId xmlns:a16="http://schemas.microsoft.com/office/drawing/2014/main" id="{21479569-80A4-2098-1ABC-98C920F1FCDA}"/>
              </a:ext>
            </a:extLst>
          </p:cNvPr>
          <p:cNvSpPr>
            <a:spLocks xmlns:a="http://schemas.openxmlformats.org/drawingml/2006/main" noGrp="1"/>
          </p:cNvSpPr>
          <p:nvPr/>
        </p:nvSpPr>
        <p:spPr>
          <a:xfrm xmlns:a="http://schemas.openxmlformats.org/drawingml/2006/main" rot="0" flipH="0" flipV="0">
            <a:off x="1987765" y="2757669"/>
            <a:ext cx="624681" cy="649885"/>
          </a:xfrm>
          <a:custGeom xmlns:a="http://schemas.openxmlformats.org/drawingml/2006/main">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 name="Freeform 7">
            <a:extLst xmlns:a="http://schemas.openxmlformats.org/drawingml/2006/main">
              <a:ext uri="{FF2B5EF4-FFF2-40B4-BE49-F238E27FC236}">
                <a16:creationId xmlns:a16="http://schemas.microsoft.com/office/drawing/2014/main" id="{FA1BF811-5A06-549B-D001-A8EB9DAFD738}"/>
              </a:ext>
            </a:extLst>
          </p:cNvPr>
          <p:cNvSpPr>
            <a:spLocks xmlns:a="http://schemas.openxmlformats.org/drawingml/2006/main" noGrp="1"/>
          </p:cNvSpPr>
          <p:nvPr/>
        </p:nvSpPr>
        <p:spPr>
          <a:xfrm xmlns:a="http://schemas.openxmlformats.org/drawingml/2006/main" rot="0" flipH="0" flipV="0">
            <a:off x="2074176" y="3418356"/>
            <a:ext cx="234030" cy="185424"/>
          </a:xfrm>
          <a:custGeom xmlns:a="http://schemas.openxmlformats.org/drawingml/2006/main">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 name="Freeform 8">
            <a:extLst xmlns:a="http://schemas.openxmlformats.org/drawingml/2006/main">
              <a:ext uri="{FF2B5EF4-FFF2-40B4-BE49-F238E27FC236}">
                <a16:creationId xmlns:a16="http://schemas.microsoft.com/office/drawing/2014/main" id="{29B31A47-1DBD-1652-5D57-90F2000198A7}"/>
              </a:ext>
            </a:extLst>
          </p:cNvPr>
          <p:cNvSpPr>
            <a:spLocks xmlns:a="http://schemas.openxmlformats.org/drawingml/2006/main" noGrp="1"/>
          </p:cNvSpPr>
          <p:nvPr/>
        </p:nvSpPr>
        <p:spPr>
          <a:xfrm xmlns:a="http://schemas.openxmlformats.org/drawingml/2006/main" rot="0" flipH="0" flipV="0">
            <a:off x="2347812" y="3385952"/>
            <a:ext cx="496865" cy="496865"/>
          </a:xfrm>
          <a:custGeom xmlns:a="http://schemas.openxmlformats.org/drawingml/2006/main">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 name="Freeform 9">
            <a:extLst xmlns:a="http://schemas.openxmlformats.org/drawingml/2006/main">
              <a:ext uri="{FF2B5EF4-FFF2-40B4-BE49-F238E27FC236}">
                <a16:creationId xmlns:a16="http://schemas.microsoft.com/office/drawing/2014/main" id="{98CEA400-2F99-24D8-1CAC-FD508D0F9288}"/>
              </a:ext>
            </a:extLst>
          </p:cNvPr>
          <p:cNvSpPr>
            <a:spLocks xmlns:a="http://schemas.openxmlformats.org/drawingml/2006/main" noGrp="1"/>
          </p:cNvSpPr>
          <p:nvPr/>
        </p:nvSpPr>
        <p:spPr>
          <a:xfrm xmlns:a="http://schemas.openxmlformats.org/drawingml/2006/main" rot="0" flipH="0" flipV="0">
            <a:off x="2493631" y="3528171"/>
            <a:ext cx="183624" cy="183624"/>
          </a:xfrm>
          <a:custGeom xmlns:a="http://schemas.openxmlformats.org/drawingml/2006/main">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2" name="TextBox 11">
            <a:extLst xmlns:a="http://schemas.openxmlformats.org/drawingml/2006/main">
              <a:ext uri="{FF2B5EF4-FFF2-40B4-BE49-F238E27FC236}">
                <a16:creationId xmlns:a16="http://schemas.microsoft.com/office/drawing/2014/main" id="{F8B44FF3-28AB-10D7-B1C4-E339265AAF9B}"/>
              </a:ext>
            </a:extLst>
          </p:cNvPr>
          <p:cNvSpPr>
            <a:spLocks xmlns:a="http://schemas.openxmlformats.org/drawingml/2006/main" noGrp="1"/>
          </p:cNvSpPr>
          <p:nvPr/>
        </p:nvSpPr>
        <p:spPr>
          <a:xfrm xmlns:a="http://schemas.openxmlformats.org/drawingml/2006/main">
            <a:off x="3261391" y="2485152"/>
            <a:ext cx="8046632" cy="18876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Any master slides that appear after this end slide have been accidentally imported from other slide decks and </a:t>
            </a:r>
            <a:br/>
            <a:r>
              <a:rPr sz="2000" b="0" i="0">
                <a:solidFill>
                  <a:schemeClr val="tx1"/>
                </a:solidFill>
                <a:latin typeface="Oracle Sans Tab"/>
                <a:ea typeface="Oracle Sans Tab"/>
                <a:cs typeface="Oracle Sans Tab"/>
              </a:rPr>
              <a:t>may not match the style of this template.</a:t>
            </a:r>
          </a:p>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Please locate slides that are referencing these imported slide layouts and reselect/apply a layout from the master slide options above.</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emf" Id="R54b002f76c1445d4" /><Relationship Type="http://schemas.openxmlformats.org/officeDocument/2006/relationships/theme" Target="/ppt/slideMasters/theme/theme2.xml" Id="R5db8d98fa2154665" /><Relationship Type="http://schemas.openxmlformats.org/officeDocument/2006/relationships/slideLayout" Target="/ppt/slideLayouts/slideLayout1.xml" Id="Rfc4da47a7b26452f" /><Relationship Type="http://schemas.openxmlformats.org/officeDocument/2006/relationships/slideLayout" Target="/ppt/slideLayouts/slideLayout2.xml" Id="R65eb31fea4784841" /><Relationship Type="http://schemas.openxmlformats.org/officeDocument/2006/relationships/slideLayout" Target="/ppt/slideLayouts/slideLayout3.xml" Id="R940947eda7e54d94" /><Relationship Type="http://schemas.openxmlformats.org/officeDocument/2006/relationships/slideLayout" Target="/ppt/slideLayouts/slideLayout4.xml" Id="Rff69b47f4fb9429b" /><Relationship Type="http://schemas.openxmlformats.org/officeDocument/2006/relationships/slideLayout" Target="/ppt/slideLayouts/slideLayout5.xml" Id="Rc05a4cf33d194c9b" /><Relationship Type="http://schemas.openxmlformats.org/officeDocument/2006/relationships/slideLayout" Target="/ppt/slideLayouts/slideLayout6.xml" Id="Rc78dbbace770473e" /><Relationship Type="http://schemas.openxmlformats.org/officeDocument/2006/relationships/slideLayout" Target="/ppt/slideLayouts/slideLayout7.xml" Id="R6adeeb1d54d3430c" /><Relationship Type="http://schemas.openxmlformats.org/officeDocument/2006/relationships/slideLayout" Target="/ppt/slideLayouts/slideLayout8.xml" Id="R506d84afea9942ed" /><Relationship Type="http://schemas.openxmlformats.org/officeDocument/2006/relationships/slideLayout" Target="/ppt/slideLayouts/slideLayout9.xml" Id="R4ee07a3f14b74a29" /><Relationship Type="http://schemas.openxmlformats.org/officeDocument/2006/relationships/slideLayout" Target="/ppt/slideLayouts/slideLayout10.xml" Id="Rc5bd9c8f81164022" /><Relationship Type="http://schemas.openxmlformats.org/officeDocument/2006/relationships/slideLayout" Target="/ppt/slideLayouts/slideLayout11.xml" Id="Redce0b363ad2427e" /><Relationship Type="http://schemas.openxmlformats.org/officeDocument/2006/relationships/slideLayout" Target="/ppt/slideLayouts/slideLayout12.xml" Id="R77b981e07b6c4a31" /><Relationship Type="http://schemas.openxmlformats.org/officeDocument/2006/relationships/slideLayout" Target="/ppt/slideLayouts/slideLayout13.xml" Id="R7e9915a1227b445c" /><Relationship Type="http://schemas.openxmlformats.org/officeDocument/2006/relationships/slideLayout" Target="/ppt/slideLayouts/slideLayout14.xml" Id="Ra97682833b844b38" /><Relationship Type="http://schemas.openxmlformats.org/officeDocument/2006/relationships/slideLayout" Target="/ppt/slideLayouts/slideLayout15.xml" Id="R18c99a7bd0d242d3" /><Relationship Type="http://schemas.openxmlformats.org/officeDocument/2006/relationships/slideLayout" Target="/ppt/slideLayouts/slideLayout16.xml" Id="R55d5c18c968b43e8" /><Relationship Type="http://schemas.openxmlformats.org/officeDocument/2006/relationships/slideLayout" Target="/ppt/slideLayouts/slideLayout17.xml" Id="R0368cf2dade649d4" /><Relationship Type="http://schemas.openxmlformats.org/officeDocument/2006/relationships/slideLayout" Target="/ppt/slideLayouts/slideLayout18.xml" Id="R1021f2fb632c4f84" /><Relationship Type="http://schemas.openxmlformats.org/officeDocument/2006/relationships/slideLayout" Target="/ppt/slideLayouts/slideLayout19.xml" Id="R4413db6756584164" /><Relationship Type="http://schemas.openxmlformats.org/officeDocument/2006/relationships/slideLayout" Target="/ppt/slideLayouts/slideLayout20.xml" Id="R1ed9143b34a945eb" /><Relationship Type="http://schemas.openxmlformats.org/officeDocument/2006/relationships/slideLayout" Target="/ppt/slideLayouts/slideLayout21.xml" Id="R653b125d8dcf4d3e" /><Relationship Type="http://schemas.openxmlformats.org/officeDocument/2006/relationships/slideLayout" Target="/ppt/slideLayouts/slideLayout22.xml" Id="R71a05cac02f04659" /><Relationship Type="http://schemas.openxmlformats.org/officeDocument/2006/relationships/slideLayout" Target="/ppt/slideLayouts/slideLayout23.xml" Id="R53944739bf684389" /><Relationship Type="http://schemas.openxmlformats.org/officeDocument/2006/relationships/slideLayout" Target="/ppt/slideLayouts/slideLayout24.xml" Id="R2a9f403992b74f50" /><Relationship Type="http://schemas.openxmlformats.org/officeDocument/2006/relationships/slideLayout" Target="/ppt/slideLayouts/slideLayout25.xml" Id="R3ea58d7adf934d0c" /><Relationship Type="http://schemas.openxmlformats.org/officeDocument/2006/relationships/slideLayout" Target="/ppt/slideLayouts/slideLayout26.xml" Id="R863ad2072d8e49b8" /><Relationship Type="http://schemas.openxmlformats.org/officeDocument/2006/relationships/slideLayout" Target="/ppt/slideLayouts/slideLayout27.xml" Id="R6127fdad5fc84c8e" /><Relationship Type="http://schemas.openxmlformats.org/officeDocument/2006/relationships/slideLayout" Target="/ppt/slideLayouts/slideLayout28.xml" Id="R91370ac42c414cd8" /><Relationship Type="http://schemas.openxmlformats.org/officeDocument/2006/relationships/slideLayout" Target="/ppt/slideLayouts/slideLayout29.xml" Id="Rdff99b66ad5f449a" /><Relationship Type="http://schemas.openxmlformats.org/officeDocument/2006/relationships/slideLayout" Target="/ppt/slideLayouts/slideLayout30.xml" Id="Re11d6f0923714daf" /><Relationship Type="http://schemas.openxmlformats.org/officeDocument/2006/relationships/slideLayout" Target="/ppt/slideLayouts/slideLayout31.xml" Id="R6c09605b062b4281" /><Relationship Type="http://schemas.openxmlformats.org/officeDocument/2006/relationships/slideLayout" Target="/ppt/slideLayouts/slideLayout32.xml" Id="Rbf0c3a2224334047" /><Relationship Type="http://schemas.openxmlformats.org/officeDocument/2006/relationships/slideLayout" Target="/ppt/slideLayouts/slideLayout33.xml" Id="Re02306ffb9cb4064" /><Relationship Type="http://schemas.openxmlformats.org/officeDocument/2006/relationships/slideLayout" Target="/ppt/slideLayouts/slideLayout34.xml" Id="Rcb134936d0564cff" /><Relationship Type="http://schemas.openxmlformats.org/officeDocument/2006/relationships/slideLayout" Target="/ppt/slideLayouts/slideLayout35.xml" Id="R8fd3cc4f5f494e6e" /><Relationship Type="http://schemas.openxmlformats.org/officeDocument/2006/relationships/slideLayout" Target="/ppt/slideLayouts/slideLayout36.xml" Id="R6ed6cabe5b104192" /><Relationship Type="http://schemas.openxmlformats.org/officeDocument/2006/relationships/slideLayout" Target="/ppt/slideLayouts/slideLayout37.xml" Id="R84d5da4531204a14" /><Relationship Type="http://schemas.openxmlformats.org/officeDocument/2006/relationships/slideLayout" Target="/ppt/slideLayouts/slideLayout38.xml" Id="R24317c5395564308" /><Relationship Type="http://schemas.openxmlformats.org/officeDocument/2006/relationships/slideLayout" Target="/ppt/slideLayouts/slideLayout39.xml" Id="Rfbe7767deb2847da" /><Relationship Type="http://schemas.openxmlformats.org/officeDocument/2006/relationships/slideLayout" Target="/ppt/slideLayouts/slideLayout40.xml" Id="R2251d02f8c3942da" /><Relationship Type="http://schemas.openxmlformats.org/officeDocument/2006/relationships/slideLayout" Target="/ppt/slideLayouts/slideLayout41.xml" Id="R8ca78e825bbd4ecd" /><Relationship Type="http://schemas.openxmlformats.org/officeDocument/2006/relationships/slideLayout" Target="/ppt/slideLayouts/slideLayout42.xml" Id="R3850d6a3c5a7473b" /><Relationship Type="http://schemas.openxmlformats.org/officeDocument/2006/relationships/slideLayout" Target="/ppt/slideLayouts/slideLayout43.xml" Id="Redad644e94b2497b" /><Relationship Type="http://schemas.openxmlformats.org/officeDocument/2006/relationships/slideLayout" Target="/ppt/slideLayouts/slideLayout44.xml" Id="Rc18149c798474a54" /><Relationship Type="http://schemas.openxmlformats.org/officeDocument/2006/relationships/slideLayout" Target="/ppt/slideLayouts/slideLayout45.xml" Id="R3d5c3107f7e14950" /><Relationship Type="http://schemas.openxmlformats.org/officeDocument/2006/relationships/slideLayout" Target="/ppt/slideLayouts/slideLayout46.xml" Id="R54d4663373e745ee" /><Relationship Type="http://schemas.openxmlformats.org/officeDocument/2006/relationships/slideLayout" Target="/ppt/slideLayouts/slideLayout47.xml" Id="R3ce373b5bac24b37" /><Relationship Type="http://schemas.openxmlformats.org/officeDocument/2006/relationships/slideLayout" Target="/ppt/slideLayouts/slideLayout48.xml" Id="Rafd6589a307147c0" /><Relationship Type="http://schemas.openxmlformats.org/officeDocument/2006/relationships/slideLayout" Target="/ppt/slideLayouts/slideLayout49.xml" Id="R7c36df8a882f40e0" /><Relationship Type="http://schemas.openxmlformats.org/officeDocument/2006/relationships/slideLayout" Target="/ppt/slideLayouts/slideLayout50.xml" Id="R3f0bbd53555e42dd" /><Relationship Type="http://schemas.openxmlformats.org/officeDocument/2006/relationships/slideLayout" Target="/ppt/slideLayouts/slideLayout51.xml" Id="R9ab2b6792f214411" /><Relationship Type="http://schemas.openxmlformats.org/officeDocument/2006/relationships/slideLayout" Target="/ppt/slideLayouts/slideLayout52.xml" Id="R86f81595266542a7" /><Relationship Type="http://schemas.openxmlformats.org/officeDocument/2006/relationships/slideLayout" Target="/ppt/slideLayouts/slideLayout53.xml" Id="Rc748dc2d823046ae" /><Relationship Type="http://schemas.openxmlformats.org/officeDocument/2006/relationships/slideLayout" Target="/ppt/slideLayouts/slideLayout54.xml" Id="Rbf582cb05a8f446e" /><Relationship Type="http://schemas.openxmlformats.org/officeDocument/2006/relationships/slideLayout" Target="/ppt/slideLayouts/slideLayout55.xml" Id="Rd606cb076ebd4678" /><Relationship Type="http://schemas.openxmlformats.org/officeDocument/2006/relationships/slideLayout" Target="/ppt/slideLayouts/slideLayout56.xml" Id="Rb9335e1a26b04bf8" /><Relationship Type="http://schemas.openxmlformats.org/officeDocument/2006/relationships/slideLayout" Target="/ppt/slideLayouts/slideLayout57.xml" Id="R5aa87d7921264c8d" /><Relationship Type="http://schemas.openxmlformats.org/officeDocument/2006/relationships/slideLayout" Target="/ppt/slideLayouts/slideLayout58.xml" Id="Rea63955bf1954fbc" /><Relationship Type="http://schemas.openxmlformats.org/officeDocument/2006/relationships/slideLayout" Target="/ppt/slideLayouts/slideLayout59.xml" Id="R0c4523607bdd4a19" /><Relationship Type="http://schemas.openxmlformats.org/officeDocument/2006/relationships/slideLayout" Target="/ppt/slideLayouts/slideLayout60.xml" Id="Rebc5942151cf40a6" /><Relationship Type="http://schemas.openxmlformats.org/officeDocument/2006/relationships/slideLayout" Target="/ppt/slideLayouts/slideLayout61.xml" Id="R56c0434497c84d04" /><Relationship Type="http://schemas.openxmlformats.org/officeDocument/2006/relationships/slideLayout" Target="/ppt/slideLayouts/slideLayout62.xml" Id="Rc522114549bf4377" /><Relationship Type="http://schemas.openxmlformats.org/officeDocument/2006/relationships/slideLayout" Target="/ppt/slideLayouts/slideLayout63.xml" Id="R326e7e733053473a" /><Relationship Type="http://schemas.openxmlformats.org/officeDocument/2006/relationships/slideLayout" Target="/ppt/slideLayouts/slideLayout64.xml" Id="Re24a41039d4f4878" /><Relationship Type="http://schemas.openxmlformats.org/officeDocument/2006/relationships/slideLayout" Target="/ppt/slideLayouts/slideLayout65.xml" Id="R76846eff90764c3e" /><Relationship Type="http://schemas.openxmlformats.org/officeDocument/2006/relationships/slideLayout" Target="/ppt/slideLayouts/slideLayout66.xml" Id="Re91dd0892d984615" /><Relationship Type="http://schemas.openxmlformats.org/officeDocument/2006/relationships/slideLayout" Target="/ppt/slideLayouts/slideLayout67.xml" Id="R0e4e6fb576014b7e" /><Relationship Type="http://schemas.openxmlformats.org/officeDocument/2006/relationships/slideLayout" Target="/ppt/slideLayouts/slideLayout68.xml" Id="R8cabd737c31f4611" /><Relationship Type="http://schemas.openxmlformats.org/officeDocument/2006/relationships/slideLayout" Target="/ppt/slideLayouts/slideLayout69.xml" Id="Rc1a123ad9e46447d" /><Relationship Type="http://schemas.openxmlformats.org/officeDocument/2006/relationships/slideLayout" Target="/ppt/slideLayouts/slideLayout70.xml" Id="Rb3d099a2257449a1" /><Relationship Type="http://schemas.openxmlformats.org/officeDocument/2006/relationships/slideLayout" Target="/ppt/slideLayouts/slideLayout71.xml" Id="R9abd28c6190b4db7" /><Relationship Type="http://schemas.openxmlformats.org/officeDocument/2006/relationships/slideLayout" Target="/ppt/slideLayouts/slideLayout72.xml" Id="R7835e2ca401d4d32" /><Relationship Type="http://schemas.openxmlformats.org/officeDocument/2006/relationships/slideLayout" Target="/ppt/slideLayouts/slideLayout73.xml" Id="R86255e7bf32c43be" /><Relationship Type="http://schemas.openxmlformats.org/officeDocument/2006/relationships/slideLayout" Target="/ppt/slideLayouts/slideLayout74.xml" Id="Ra00b7086e9e54b31" /><Relationship Type="http://schemas.openxmlformats.org/officeDocument/2006/relationships/slideLayout" Target="/ppt/slideLayouts/slideLayout75.xml" Id="R7be37284204c481b" /><Relationship Type="http://schemas.openxmlformats.org/officeDocument/2006/relationships/slideLayout" Target="/ppt/slideLayouts/slideLayout76.xml" Id="Rc86a8e43ad8f4505" /><Relationship Type="http://schemas.openxmlformats.org/officeDocument/2006/relationships/slideLayout" Target="/ppt/slideLayouts/slideLayout77.xml" Id="R6e1353edf2e34d6d" /><Relationship Type="http://schemas.openxmlformats.org/officeDocument/2006/relationships/slideLayout" Target="/ppt/slideLayouts/slideLayout78.xml" Id="Rf7de75b61d5d4be6" /><Relationship Type="http://schemas.openxmlformats.org/officeDocument/2006/relationships/slideLayout" Target="/ppt/slideLayouts/slideLayout79.xml" Id="R1771954ad9994873" /><Relationship Type="http://schemas.openxmlformats.org/officeDocument/2006/relationships/slideLayout" Target="/ppt/slideLayouts/slideLayout80.xml" Id="R068ddf66434940a4" /><Relationship Type="http://schemas.openxmlformats.org/officeDocument/2006/relationships/slideLayout" Target="/ppt/slideLayouts/slideLayout81.xml" Id="R8a744af49026465d" /><Relationship Type="http://schemas.openxmlformats.org/officeDocument/2006/relationships/slideLayout" Target="/ppt/slideLayouts/slideLayout82.xml" Id="Rf9446be56a84465d" /><Relationship Type="http://schemas.openxmlformats.org/officeDocument/2006/relationships/slideLayout" Target="/ppt/slideLayouts/slideLayout83.xml" Id="R98dc41a8ebf84beb" /><Relationship Type="http://schemas.openxmlformats.org/officeDocument/2006/relationships/slideLayout" Target="/ppt/slideLayouts/slideLayout84.xml" Id="Rb3b6580b4a7e48f8" /><Relationship Type="http://schemas.openxmlformats.org/officeDocument/2006/relationships/slideLayout" Target="/ppt/slideLayouts/slideLayout85.xml" Id="Raea4febad705413e" /><Relationship Type="http://schemas.openxmlformats.org/officeDocument/2006/relationships/slideLayout" Target="/ppt/slideLayouts/slideLayout86.xml" Id="Rf908add3acba450e" /><Relationship Type="http://schemas.openxmlformats.org/officeDocument/2006/relationships/slideLayout" Target="/ppt/slideLayouts/slideLayout87.xml" Id="Rd5800b7042674f3f" /><Relationship Type="http://schemas.openxmlformats.org/officeDocument/2006/relationships/slideLayout" Target="/ppt/slideLayouts/slideLayout88.xml" Id="R4fbbf536909d4016" /><Relationship Type="http://schemas.openxmlformats.org/officeDocument/2006/relationships/slideLayout" Target="/ppt/slideLayouts/slideLayout89.xml" Id="R7ea588750af44c83" /><Relationship Type="http://schemas.openxmlformats.org/officeDocument/2006/relationships/slideLayout" Target="/ppt/slideLayouts/slideLayout90.xml" Id="R58dda813e60e4a1b" /><Relationship Type="http://schemas.openxmlformats.org/officeDocument/2006/relationships/slideLayout" Target="/ppt/slideLayouts/slideLayout91.xml" Id="R7922576b2be54bf9" /><Relationship Type="http://schemas.openxmlformats.org/officeDocument/2006/relationships/slideLayout" Target="/ppt/slideLayouts/slideLayout92.xml" Id="Rcd1a770f2c714e5a" /><Relationship Type="http://schemas.openxmlformats.org/officeDocument/2006/relationships/slideLayout" Target="/ppt/slideLayouts/slideLayout93.xml" Id="R2cef5278d55b4984" /><Relationship Type="http://schemas.openxmlformats.org/officeDocument/2006/relationships/slideLayout" Target="/ppt/slideLayouts/slideLayout94.xml" Id="R81d2edaf53644066" /><Relationship Type="http://schemas.openxmlformats.org/officeDocument/2006/relationships/slideLayout" Target="/ppt/slideLayouts/slideLayout95.xml" Id="Rd68c900aa3bb40ca" /><Relationship Type="http://schemas.openxmlformats.org/officeDocument/2006/relationships/slideLayout" Target="/ppt/slideLayouts/slideLayout96.xml" Id="R8d9a4e147c3949f3" /><Relationship Type="http://schemas.openxmlformats.org/officeDocument/2006/relationships/slideLayout" Target="/ppt/slideLayouts/slideLayout97.xml" Id="R1e8d3d7ad8644915" /><Relationship Type="http://schemas.openxmlformats.org/officeDocument/2006/relationships/slideLayout" Target="/ppt/slideLayouts/slideLayout98.xml" Id="R3454b4146ac14d62" /><Relationship Type="http://schemas.openxmlformats.org/officeDocument/2006/relationships/slideLayout" Target="/ppt/slideLayouts/slideLayout99.xml" Id="Ra173c1fd62a24ebb" /><Relationship Type="http://schemas.openxmlformats.org/officeDocument/2006/relationships/slideLayout" Target="/ppt/slideLayouts/slideLayout100.xml" Id="R88b02ba098c64fc3" /><Relationship Type="http://schemas.openxmlformats.org/officeDocument/2006/relationships/slideLayout" Target="/ppt/slideLayouts/slideLayout101.xml" Id="R45bdd4b09af0476e" /><Relationship Type="http://schemas.openxmlformats.org/officeDocument/2006/relationships/slideLayout" Target="/ppt/slideLayouts/slideLayout102.xml" Id="Rfce70f2927d748be" /><Relationship Type="http://schemas.openxmlformats.org/officeDocument/2006/relationships/slideLayout" Target="/ppt/slideLayouts/slideLayout103.xml" Id="Refef22ff59fe4cd7" /><Relationship Type="http://schemas.openxmlformats.org/officeDocument/2006/relationships/slideLayout" Target="/ppt/slideLayouts/slideLayout104.xml" Id="R175650e709fe4951" /><Relationship Type="http://schemas.openxmlformats.org/officeDocument/2006/relationships/slideLayout" Target="/ppt/slideLayouts/slideLayout105.xml" Id="Rf0e23a4d00d74a2d" /><Relationship Type="http://schemas.openxmlformats.org/officeDocument/2006/relationships/slideLayout" Target="/ppt/slideLayouts/slideLayout106.xml" Id="R029af542aa5f4166" /><Relationship Type="http://schemas.openxmlformats.org/officeDocument/2006/relationships/slideLayout" Target="/ppt/slideLayouts/slideLayout107.xml" Id="R286905a11a704fd8" /><Relationship Type="http://schemas.openxmlformats.org/officeDocument/2006/relationships/slideLayout" Target="/ppt/slideLayouts/slideLayout108.xml" Id="R2867156d71be441e" /><Relationship Type="http://schemas.openxmlformats.org/officeDocument/2006/relationships/slideLayout" Target="/ppt/slideLayouts/slideLayout109.xml" Id="R7431c16e88d74604" /><Relationship Type="http://schemas.openxmlformats.org/officeDocument/2006/relationships/slideLayout" Target="/ppt/slideLayouts/slideLayout110.xml" Id="Re29805a71b4d4666" /><Relationship Type="http://schemas.openxmlformats.org/officeDocument/2006/relationships/slideLayout" Target="/ppt/slideLayouts/slideLayout111.xml" Id="R20855c204cdf4c55" /><Relationship Type="http://schemas.openxmlformats.org/officeDocument/2006/relationships/slideLayout" Target="/ppt/slideLayouts/slideLayout112.xml" Id="R3a9e31612baa4e8c"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A70F255-3C2A-4AC7-8935-184146E3B6D6}"/>
              </a:ext>
            </a:extLst>
          </p:cNvPr>
          <p:cNvSpPr>
            <a:spLocks xmlns:a="http://schemas.openxmlformats.org/drawingml/2006/main" noGrp="1"/>
          </p:cNvSpPr>
          <p:nvPr>
            <p:ph type="title" idx="0"/>
          </p:nvPr>
        </p:nvSpPr>
        <p:spPr>
          <a:xfrm xmlns:a="http://schemas.openxmlformats.org/drawingml/2006/main">
            <a:off x="768875" y="182403"/>
            <a:ext cx="10671048" cy="82296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p xmlns:a="http://schemas.openxmlformats.org/drawingml/2006/main">
            <a:pPr marL="0" lvl="0" indent="0">
              <a:spcBef>
                <a:spcPts val="1000"/>
              </a:spcBef>
              <a:buFont typeface="Arial"/>
              <a:buNone/>
            </a:pPr>
            <a:r>
              <a:t>Title</a:t>
            </a:r>
          </a:p>
        </p:txBody>
      </p:sp>
      <p:sp>
        <p:nvSpPr>
          <p:cNvPr id="4" name="Text Field">
            <a:extLst xmlns:a="http://schemas.openxmlformats.org/drawingml/2006/main">
              <a:ext uri="{FF2B5EF4-FFF2-40B4-BE49-F238E27FC236}">
                <a16:creationId xmlns:a16="http://schemas.microsoft.com/office/drawing/2014/main" id="{E46619B6-A626-4CDA-96E2-B94F4637C628}"/>
              </a:ext>
            </a:extLst>
          </p:cNvPr>
          <p:cNvSpPr>
            <a:spLocks xmlns:a="http://schemas.openxmlformats.org/drawingml/2006/main" noGrp="1"/>
          </p:cNvSpPr>
          <p:nvPr>
            <p:ph type="body" idx="1"/>
          </p:nvPr>
        </p:nvSpPr>
        <p:spPr>
          <a:xfrm xmlns:a="http://schemas.openxmlformats.org/drawingml/2006/main">
            <a:off x="768875" y="1600200"/>
            <a:ext cx="10671048" cy="451485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Slide Number">
            <a:extLst xmlns:a="http://schemas.openxmlformats.org/drawingml/2006/main">
              <a:ext uri="{FF2B5EF4-FFF2-40B4-BE49-F238E27FC236}">
                <a16:creationId xmlns:a16="http://schemas.microsoft.com/office/drawing/2014/main" id="{08A3F6CD-49F4-D74B-8C7F-D6CA71EFB13B}"/>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fld id="{345D60D9-5372-5F40-9443-0F9AE5BDC3C8}" type="slidenum">
              <a:t>‹#›</a:t>
            </a:fld>
            <a:endParaRPr/>
          </a:p>
        </p:txBody>
      </p:sp>
      <p:sp>
        <p:nvSpPr>
          <p:cNvPr id="18" name="Footer">
            <a:extLst xmlns:a="http://schemas.openxmlformats.org/drawingml/2006/main">
              <a:ext uri="{FF2B5EF4-FFF2-40B4-BE49-F238E27FC236}">
                <a16:creationId xmlns:a16="http://schemas.microsoft.com/office/drawing/2014/main" id="{8E003242-6B91-1949-A5CA-15BA57A045C9}"/>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r>
              <a:t>Copyright © 2026, Oracle and/or its affiliates |  Confidential: Internal/Restricted/Highly Restricted</a:t>
            </a:r>
            <a:endParaRPr/>
          </a:p>
        </p:txBody>
      </p:sp>
      <p:sp>
        <p:nvSpPr>
          <p:cNvPr id="20" name="Date">
            <a:extLst xmlns:a="http://schemas.openxmlformats.org/drawingml/2006/main">
              <a:ext uri="{FF2B5EF4-FFF2-40B4-BE49-F238E27FC236}">
                <a16:creationId xmlns:a16="http://schemas.microsoft.com/office/drawing/2014/main" id="{65BA88F5-EF53-415B-8446-19188BE675D3}"/>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8B8580"/>
                </a:solidFill>
                <a:latin typeface="+mn-lt"/>
                <a:ea typeface="+mn-lt"/>
                <a:cs typeface="+mn-lt"/>
              </a:defRPr>
            </a:lvl1pPr>
          </a:lstStyle>
          <a:p xmlns:a="http://schemas.openxmlformats.org/drawingml/2006/main">
            <a:r>
              <a:t>[Date]</a:t>
            </a:r>
            <a:endParaRPr/>
          </a:p>
        </p:txBody>
      </p:sp>
      <p:pic>
        <p:nvPicPr>
          <p:cNvPr id="27" name="OTag"/>
          <p:cNvPicPr>
            <a:picLocks xmlns:a="http://schemas.openxmlformats.org/drawingml/2006/main" noChangeAspect="1"/>
          </p:cNvPicPr>
          <p:nvPr/>
        </p:nvPicPr>
        <p:blipFill>
          <a:blip xmlns:r="http://schemas.openxmlformats.org/officeDocument/2006/relationships" xmlns:a="http://schemas.openxmlformats.org/drawingml/2006/main" r:embed="R54b002f76c1445d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4da47a7b26452f"/>
    <p:sldLayoutId xmlns:r="http://schemas.openxmlformats.org/officeDocument/2006/relationships" id="2147483650" r:id="R65eb31fea4784841"/>
    <p:sldLayoutId xmlns:r="http://schemas.openxmlformats.org/officeDocument/2006/relationships" id="2147483651" r:id="R940947eda7e54d94"/>
    <p:sldLayoutId xmlns:r="http://schemas.openxmlformats.org/officeDocument/2006/relationships" id="2147483652" r:id="Rff69b47f4fb9429b"/>
    <p:sldLayoutId xmlns:r="http://schemas.openxmlformats.org/officeDocument/2006/relationships" id="2147483653" r:id="Rc05a4cf33d194c9b"/>
    <p:sldLayoutId xmlns:r="http://schemas.openxmlformats.org/officeDocument/2006/relationships" id="2147483654" r:id="Rc78dbbace770473e"/>
    <p:sldLayoutId xmlns:r="http://schemas.openxmlformats.org/officeDocument/2006/relationships" id="2147483655" r:id="R6adeeb1d54d3430c"/>
    <p:sldLayoutId xmlns:r="http://schemas.openxmlformats.org/officeDocument/2006/relationships" id="2147483656" r:id="R506d84afea9942ed"/>
    <p:sldLayoutId xmlns:r="http://schemas.openxmlformats.org/officeDocument/2006/relationships" id="2147483657" r:id="R4ee07a3f14b74a29"/>
    <p:sldLayoutId xmlns:r="http://schemas.openxmlformats.org/officeDocument/2006/relationships" id="2147483658" r:id="Rc5bd9c8f81164022"/>
    <p:sldLayoutId xmlns:r="http://schemas.openxmlformats.org/officeDocument/2006/relationships" id="2147483659" r:id="Redce0b363ad2427e"/>
    <p:sldLayoutId xmlns:r="http://schemas.openxmlformats.org/officeDocument/2006/relationships" id="2147483660" r:id="R77b981e07b6c4a31"/>
    <p:sldLayoutId xmlns:r="http://schemas.openxmlformats.org/officeDocument/2006/relationships" id="2147483661" r:id="R7e9915a1227b445c"/>
    <p:sldLayoutId xmlns:r="http://schemas.openxmlformats.org/officeDocument/2006/relationships" id="2147483662" r:id="Ra97682833b844b38"/>
    <p:sldLayoutId xmlns:r="http://schemas.openxmlformats.org/officeDocument/2006/relationships" id="2147483663" r:id="R18c99a7bd0d242d3"/>
    <p:sldLayoutId xmlns:r="http://schemas.openxmlformats.org/officeDocument/2006/relationships" id="2147483664" r:id="R55d5c18c968b43e8"/>
    <p:sldLayoutId xmlns:r="http://schemas.openxmlformats.org/officeDocument/2006/relationships" id="2147483665" r:id="R0368cf2dade649d4"/>
    <p:sldLayoutId xmlns:r="http://schemas.openxmlformats.org/officeDocument/2006/relationships" id="2147483666" r:id="R1021f2fb632c4f84"/>
    <p:sldLayoutId xmlns:r="http://schemas.openxmlformats.org/officeDocument/2006/relationships" id="2147483667" r:id="R4413db6756584164"/>
    <p:sldLayoutId xmlns:r="http://schemas.openxmlformats.org/officeDocument/2006/relationships" id="2147483668" r:id="R1ed9143b34a945eb"/>
    <p:sldLayoutId xmlns:r="http://schemas.openxmlformats.org/officeDocument/2006/relationships" id="2147483669" r:id="R653b125d8dcf4d3e"/>
    <p:sldLayoutId xmlns:r="http://schemas.openxmlformats.org/officeDocument/2006/relationships" id="2147483670" r:id="R71a05cac02f04659"/>
    <p:sldLayoutId xmlns:r="http://schemas.openxmlformats.org/officeDocument/2006/relationships" id="2147483671" r:id="R53944739bf684389"/>
    <p:sldLayoutId xmlns:r="http://schemas.openxmlformats.org/officeDocument/2006/relationships" id="2147483672" r:id="R2a9f403992b74f50"/>
    <p:sldLayoutId xmlns:r="http://schemas.openxmlformats.org/officeDocument/2006/relationships" id="2147483673" r:id="R3ea58d7adf934d0c"/>
    <p:sldLayoutId xmlns:r="http://schemas.openxmlformats.org/officeDocument/2006/relationships" id="2147483674" r:id="R863ad2072d8e49b8"/>
    <p:sldLayoutId xmlns:r="http://schemas.openxmlformats.org/officeDocument/2006/relationships" id="2147483675" r:id="R6127fdad5fc84c8e"/>
    <p:sldLayoutId xmlns:r="http://schemas.openxmlformats.org/officeDocument/2006/relationships" id="2147483676" r:id="R91370ac42c414cd8"/>
    <p:sldLayoutId xmlns:r="http://schemas.openxmlformats.org/officeDocument/2006/relationships" id="2147483677" r:id="Rdff99b66ad5f449a"/>
    <p:sldLayoutId xmlns:r="http://schemas.openxmlformats.org/officeDocument/2006/relationships" id="2147483678" r:id="Re11d6f0923714daf"/>
    <p:sldLayoutId xmlns:r="http://schemas.openxmlformats.org/officeDocument/2006/relationships" id="2147483679" r:id="R6c09605b062b4281"/>
    <p:sldLayoutId xmlns:r="http://schemas.openxmlformats.org/officeDocument/2006/relationships" id="2147483680" r:id="Rbf0c3a2224334047"/>
    <p:sldLayoutId xmlns:r="http://schemas.openxmlformats.org/officeDocument/2006/relationships" id="2147483681" r:id="Re02306ffb9cb4064"/>
    <p:sldLayoutId xmlns:r="http://schemas.openxmlformats.org/officeDocument/2006/relationships" id="2147483682" r:id="Rcb134936d0564cff"/>
    <p:sldLayoutId xmlns:r="http://schemas.openxmlformats.org/officeDocument/2006/relationships" id="2147483683" r:id="R8fd3cc4f5f494e6e"/>
    <p:sldLayoutId xmlns:r="http://schemas.openxmlformats.org/officeDocument/2006/relationships" id="2147483684" r:id="R6ed6cabe5b104192"/>
    <p:sldLayoutId xmlns:r="http://schemas.openxmlformats.org/officeDocument/2006/relationships" id="2147483685" r:id="R84d5da4531204a14"/>
    <p:sldLayoutId xmlns:r="http://schemas.openxmlformats.org/officeDocument/2006/relationships" id="2147483686" r:id="R24317c5395564308"/>
    <p:sldLayoutId xmlns:r="http://schemas.openxmlformats.org/officeDocument/2006/relationships" id="2147483687" r:id="Rfbe7767deb2847da"/>
    <p:sldLayoutId xmlns:r="http://schemas.openxmlformats.org/officeDocument/2006/relationships" id="2147483688" r:id="R2251d02f8c3942da"/>
    <p:sldLayoutId xmlns:r="http://schemas.openxmlformats.org/officeDocument/2006/relationships" id="2147483689" r:id="R8ca78e825bbd4ecd"/>
    <p:sldLayoutId xmlns:r="http://schemas.openxmlformats.org/officeDocument/2006/relationships" id="2147483690" r:id="R3850d6a3c5a7473b"/>
    <p:sldLayoutId xmlns:r="http://schemas.openxmlformats.org/officeDocument/2006/relationships" id="2147483691" r:id="Redad644e94b2497b"/>
    <p:sldLayoutId xmlns:r="http://schemas.openxmlformats.org/officeDocument/2006/relationships" id="2147483692" r:id="Rc18149c798474a54"/>
    <p:sldLayoutId xmlns:r="http://schemas.openxmlformats.org/officeDocument/2006/relationships" id="2147483693" r:id="R3d5c3107f7e14950"/>
    <p:sldLayoutId xmlns:r="http://schemas.openxmlformats.org/officeDocument/2006/relationships" id="2147483694" r:id="R54d4663373e745ee"/>
    <p:sldLayoutId xmlns:r="http://schemas.openxmlformats.org/officeDocument/2006/relationships" id="2147483695" r:id="R3ce373b5bac24b37"/>
    <p:sldLayoutId xmlns:r="http://schemas.openxmlformats.org/officeDocument/2006/relationships" id="2147483696" r:id="Rafd6589a307147c0"/>
    <p:sldLayoutId xmlns:r="http://schemas.openxmlformats.org/officeDocument/2006/relationships" id="2147483697" r:id="R7c36df8a882f40e0"/>
    <p:sldLayoutId xmlns:r="http://schemas.openxmlformats.org/officeDocument/2006/relationships" id="2147483698" r:id="R3f0bbd53555e42dd"/>
    <p:sldLayoutId xmlns:r="http://schemas.openxmlformats.org/officeDocument/2006/relationships" id="2147483699" r:id="R9ab2b6792f214411"/>
    <p:sldLayoutId xmlns:r="http://schemas.openxmlformats.org/officeDocument/2006/relationships" id="2147483700" r:id="R86f81595266542a7"/>
    <p:sldLayoutId xmlns:r="http://schemas.openxmlformats.org/officeDocument/2006/relationships" id="2147483701" r:id="Rc748dc2d823046ae"/>
    <p:sldLayoutId xmlns:r="http://schemas.openxmlformats.org/officeDocument/2006/relationships" id="2147483702" r:id="Rbf582cb05a8f446e"/>
    <p:sldLayoutId xmlns:r="http://schemas.openxmlformats.org/officeDocument/2006/relationships" id="2147483703" r:id="Rd606cb076ebd4678"/>
    <p:sldLayoutId xmlns:r="http://schemas.openxmlformats.org/officeDocument/2006/relationships" id="2147483704" r:id="Rb9335e1a26b04bf8"/>
    <p:sldLayoutId xmlns:r="http://schemas.openxmlformats.org/officeDocument/2006/relationships" id="2147483705" r:id="R5aa87d7921264c8d"/>
    <p:sldLayoutId xmlns:r="http://schemas.openxmlformats.org/officeDocument/2006/relationships" id="2147483706" r:id="Rea63955bf1954fbc"/>
    <p:sldLayoutId xmlns:r="http://schemas.openxmlformats.org/officeDocument/2006/relationships" id="2147483707" r:id="R0c4523607bdd4a19"/>
    <p:sldLayoutId xmlns:r="http://schemas.openxmlformats.org/officeDocument/2006/relationships" id="2147483708" r:id="Rebc5942151cf40a6"/>
    <p:sldLayoutId xmlns:r="http://schemas.openxmlformats.org/officeDocument/2006/relationships" id="2147483709" r:id="R56c0434497c84d04"/>
    <p:sldLayoutId xmlns:r="http://schemas.openxmlformats.org/officeDocument/2006/relationships" id="2147483710" r:id="Rc522114549bf4377"/>
    <p:sldLayoutId xmlns:r="http://schemas.openxmlformats.org/officeDocument/2006/relationships" id="2147483711" r:id="R326e7e733053473a"/>
    <p:sldLayoutId xmlns:r="http://schemas.openxmlformats.org/officeDocument/2006/relationships" id="2147483712" r:id="Re24a41039d4f4878"/>
    <p:sldLayoutId xmlns:r="http://schemas.openxmlformats.org/officeDocument/2006/relationships" id="2147483713" r:id="R76846eff90764c3e"/>
    <p:sldLayoutId xmlns:r="http://schemas.openxmlformats.org/officeDocument/2006/relationships" id="2147483714" r:id="Re91dd0892d984615"/>
    <p:sldLayoutId xmlns:r="http://schemas.openxmlformats.org/officeDocument/2006/relationships" id="2147483715" r:id="R0e4e6fb576014b7e"/>
    <p:sldLayoutId xmlns:r="http://schemas.openxmlformats.org/officeDocument/2006/relationships" id="2147483716" r:id="R8cabd737c31f4611"/>
    <p:sldLayoutId xmlns:r="http://schemas.openxmlformats.org/officeDocument/2006/relationships" id="2147483717" r:id="Rc1a123ad9e46447d"/>
    <p:sldLayoutId xmlns:r="http://schemas.openxmlformats.org/officeDocument/2006/relationships" id="2147483718" r:id="Rb3d099a2257449a1"/>
    <p:sldLayoutId xmlns:r="http://schemas.openxmlformats.org/officeDocument/2006/relationships" id="2147483719" r:id="R9abd28c6190b4db7"/>
    <p:sldLayoutId xmlns:r="http://schemas.openxmlformats.org/officeDocument/2006/relationships" id="2147483720" r:id="R7835e2ca401d4d32"/>
    <p:sldLayoutId xmlns:r="http://schemas.openxmlformats.org/officeDocument/2006/relationships" id="2147483721" r:id="R86255e7bf32c43be"/>
    <p:sldLayoutId xmlns:r="http://schemas.openxmlformats.org/officeDocument/2006/relationships" id="2147483722" r:id="Ra00b7086e9e54b31"/>
    <p:sldLayoutId xmlns:r="http://schemas.openxmlformats.org/officeDocument/2006/relationships" id="2147483723" r:id="R7be37284204c481b"/>
    <p:sldLayoutId xmlns:r="http://schemas.openxmlformats.org/officeDocument/2006/relationships" id="2147483724" r:id="Rc86a8e43ad8f4505"/>
    <p:sldLayoutId xmlns:r="http://schemas.openxmlformats.org/officeDocument/2006/relationships" id="2147483725" r:id="R6e1353edf2e34d6d"/>
    <p:sldLayoutId xmlns:r="http://schemas.openxmlformats.org/officeDocument/2006/relationships" id="2147483726" r:id="Rf7de75b61d5d4be6"/>
    <p:sldLayoutId xmlns:r="http://schemas.openxmlformats.org/officeDocument/2006/relationships" id="2147483727" r:id="R1771954ad9994873"/>
    <p:sldLayoutId xmlns:r="http://schemas.openxmlformats.org/officeDocument/2006/relationships" id="2147483728" r:id="R068ddf66434940a4"/>
    <p:sldLayoutId xmlns:r="http://schemas.openxmlformats.org/officeDocument/2006/relationships" id="2147483729" r:id="R8a744af49026465d"/>
    <p:sldLayoutId xmlns:r="http://schemas.openxmlformats.org/officeDocument/2006/relationships" id="2147483730" r:id="Rf9446be56a84465d"/>
    <p:sldLayoutId xmlns:r="http://schemas.openxmlformats.org/officeDocument/2006/relationships" id="2147483731" r:id="R98dc41a8ebf84beb"/>
    <p:sldLayoutId xmlns:r="http://schemas.openxmlformats.org/officeDocument/2006/relationships" id="2147483732" r:id="Rb3b6580b4a7e48f8"/>
    <p:sldLayoutId xmlns:r="http://schemas.openxmlformats.org/officeDocument/2006/relationships" id="2147483733" r:id="Raea4febad705413e"/>
    <p:sldLayoutId xmlns:r="http://schemas.openxmlformats.org/officeDocument/2006/relationships" id="2147483734" r:id="Rf908add3acba450e"/>
    <p:sldLayoutId xmlns:r="http://schemas.openxmlformats.org/officeDocument/2006/relationships" id="2147483735" r:id="Rd5800b7042674f3f"/>
    <p:sldLayoutId xmlns:r="http://schemas.openxmlformats.org/officeDocument/2006/relationships" id="2147483736" r:id="R4fbbf536909d4016"/>
    <p:sldLayoutId xmlns:r="http://schemas.openxmlformats.org/officeDocument/2006/relationships" id="2147483737" r:id="R7ea588750af44c83"/>
    <p:sldLayoutId xmlns:r="http://schemas.openxmlformats.org/officeDocument/2006/relationships" id="2147483738" r:id="R58dda813e60e4a1b"/>
    <p:sldLayoutId xmlns:r="http://schemas.openxmlformats.org/officeDocument/2006/relationships" id="2147483739" r:id="R7922576b2be54bf9"/>
    <p:sldLayoutId xmlns:r="http://schemas.openxmlformats.org/officeDocument/2006/relationships" id="2147483740" r:id="Rcd1a770f2c714e5a"/>
    <p:sldLayoutId xmlns:r="http://schemas.openxmlformats.org/officeDocument/2006/relationships" id="2147483741" r:id="R2cef5278d55b4984"/>
    <p:sldLayoutId xmlns:r="http://schemas.openxmlformats.org/officeDocument/2006/relationships" id="2147483742" r:id="R81d2edaf53644066"/>
    <p:sldLayoutId xmlns:r="http://schemas.openxmlformats.org/officeDocument/2006/relationships" id="2147483743" r:id="Rd68c900aa3bb40ca"/>
    <p:sldLayoutId xmlns:r="http://schemas.openxmlformats.org/officeDocument/2006/relationships" id="2147483744" r:id="R8d9a4e147c3949f3"/>
    <p:sldLayoutId xmlns:r="http://schemas.openxmlformats.org/officeDocument/2006/relationships" id="2147483745" r:id="R1e8d3d7ad8644915"/>
    <p:sldLayoutId xmlns:r="http://schemas.openxmlformats.org/officeDocument/2006/relationships" id="2147483746" r:id="R3454b4146ac14d62"/>
    <p:sldLayoutId xmlns:r="http://schemas.openxmlformats.org/officeDocument/2006/relationships" id="2147483747" r:id="Ra173c1fd62a24ebb"/>
    <p:sldLayoutId xmlns:r="http://schemas.openxmlformats.org/officeDocument/2006/relationships" id="2147483748" r:id="R88b02ba098c64fc3"/>
    <p:sldLayoutId xmlns:r="http://schemas.openxmlformats.org/officeDocument/2006/relationships" id="2147483749" r:id="R45bdd4b09af0476e"/>
    <p:sldLayoutId xmlns:r="http://schemas.openxmlformats.org/officeDocument/2006/relationships" id="2147483750" r:id="Rfce70f2927d748be"/>
    <p:sldLayoutId xmlns:r="http://schemas.openxmlformats.org/officeDocument/2006/relationships" id="2147483751" r:id="Refef22ff59fe4cd7"/>
    <p:sldLayoutId xmlns:r="http://schemas.openxmlformats.org/officeDocument/2006/relationships" id="2147483752" r:id="R175650e709fe4951"/>
    <p:sldLayoutId xmlns:r="http://schemas.openxmlformats.org/officeDocument/2006/relationships" id="2147483753" r:id="Rf0e23a4d00d74a2d"/>
    <p:sldLayoutId xmlns:r="http://schemas.openxmlformats.org/officeDocument/2006/relationships" id="2147483754" r:id="R029af542aa5f4166"/>
    <p:sldLayoutId xmlns:r="http://schemas.openxmlformats.org/officeDocument/2006/relationships" id="2147483755" r:id="R286905a11a704fd8"/>
    <p:sldLayoutId xmlns:r="http://schemas.openxmlformats.org/officeDocument/2006/relationships" id="2147483756" r:id="R2867156d71be441e"/>
    <p:sldLayoutId xmlns:r="http://schemas.openxmlformats.org/officeDocument/2006/relationships" id="2147483757" r:id="R7431c16e88d74604"/>
    <p:sldLayoutId xmlns:r="http://schemas.openxmlformats.org/officeDocument/2006/relationships" id="2147483758" r:id="Re29805a71b4d4666"/>
    <p:sldLayoutId xmlns:r="http://schemas.openxmlformats.org/officeDocument/2006/relationships" id="2147483759" r:id="R20855c204cdf4c55"/>
    <p:sldLayoutId xmlns:r="http://schemas.openxmlformats.org/officeDocument/2006/relationships" id="2147483760" r:id="R3a9e31612baa4e8c"/>
  </p:sldLayoutIdLst>
  <p:hf hdr="0" dt="0"/>
  <p:txStyles>
    <p:titleStyle>
      <a:lvl1pPr xmlns:a="http://schemas.openxmlformats.org/drawingml/2006/main" algn="l" defTabSz="914400">
        <a:lnSpc>
          <a:spcPct val="95000"/>
        </a:lnSpc>
        <a:spcBef>
          <a:spcPct val="0"/>
        </a:spcBef>
        <a:buNone/>
        <a:defRPr sz="2400" b="1" i="0" kern="1200" baseline="0">
          <a:solidFill>
            <a:schemeClr val="tx1"/>
          </a:solidFill>
          <a:latin typeface="+mn-lt"/>
          <a:ea typeface="+mn-lt"/>
          <a:cs typeface="+mn-lt"/>
        </a:defRPr>
      </a:lvl1pPr>
    </p:titleStyle>
    <p:bodyStyle>
      <a:lvl1pPr xmlns:a="http://schemas.openxmlformats.org/drawingml/2006/main" marL="0" marR="0" indent="0" algn="l" defTabSz="914400">
        <a:lnSpc>
          <a:spcPct val="95000"/>
        </a:lnSpc>
        <a:spcBef>
          <a:spcPts val="600"/>
        </a:spcBef>
        <a:spcAft>
          <a:spcPts val="0"/>
        </a:spcAft>
        <a:buClrTx/>
        <a:buSzTx/>
        <a:buFont typeface="System Font Regular"/>
        <a:buNone/>
        <a:defRPr sz="1600" b="0" i="0" kern="1200">
          <a:solidFill>
            <a:schemeClr val="tx1"/>
          </a:solidFill>
          <a:latin typeface="Oracle Sans Tab"/>
          <a:ea typeface="Oracle Sans Tab"/>
          <a:cs typeface="Oracle Sans Tab"/>
        </a:defRPr>
      </a:lvl1pPr>
      <a:lvl2pPr xmlns:a="http://schemas.openxmlformats.org/drawingml/2006/main" marL="365760" marR="0" indent="-182880" algn="l" defTabSz="914400">
        <a:lnSpc>
          <a:spcPct val="95000"/>
        </a:lnSpc>
        <a:spcBef>
          <a:spcPts val="600"/>
        </a:spcBef>
        <a:spcAft>
          <a:spcPts val="0"/>
        </a:spcAft>
        <a:buClrTx/>
        <a:buSzPct val="100000"/>
        <a:buFont typeface="Arial"/>
        <a:buChar char="•"/>
        <a:defRPr sz="1600" b="0" i="0" kern="1200">
          <a:solidFill>
            <a:schemeClr val="tx1"/>
          </a:solidFill>
          <a:latin typeface="Oracle Sans"/>
          <a:ea typeface="Oracle Sans"/>
          <a:cs typeface="Oracle Sans"/>
        </a:defRPr>
      </a:lvl2pPr>
      <a:lvl3pPr xmlns:a="http://schemas.openxmlformats.org/drawingml/2006/main" marL="547688" marR="0" indent="-182563" algn="l" defTabSz="914400">
        <a:lnSpc>
          <a:spcPct val="95000"/>
        </a:lnSpc>
        <a:spcBef>
          <a:spcPts val="400"/>
        </a:spcBef>
        <a:spcAft>
          <a:spcPts val="0"/>
        </a:spcAft>
        <a:buClrTx/>
        <a:buSzPct val="100000"/>
        <a:buFont typeface="System Font Regular"/>
        <a:buChar char="-"/>
        <a:defRPr sz="1600" b="0" i="0" kern="1200">
          <a:solidFill>
            <a:schemeClr val="tx1"/>
          </a:solidFill>
          <a:latin typeface="Oracle Sans"/>
          <a:ea typeface="Oracle Sans"/>
          <a:cs typeface="Oracle Sans"/>
        </a:defRPr>
      </a:lvl3pPr>
      <a:lvl4pPr xmlns:a="http://schemas.openxmlformats.org/drawingml/2006/main" marL="730250" marR="0" indent="-182563" algn="l" defTabSz="914400">
        <a:lnSpc>
          <a:spcPct val="95000"/>
        </a:lnSpc>
        <a:spcBef>
          <a:spcPts val="400"/>
        </a:spcBef>
        <a:spcAft>
          <a:spcPts val="0"/>
        </a:spcAft>
        <a:buClrTx/>
        <a:buSzPct val="100000"/>
        <a:buFont typeface="Arial"/>
        <a:buChar char="•"/>
        <a:defRPr sz="1600" b="0" i="0" kern="1200">
          <a:solidFill>
            <a:schemeClr val="tx1"/>
          </a:solidFill>
          <a:latin typeface="Oracle Sans"/>
          <a:ea typeface="Oracle Sans"/>
          <a:cs typeface="Oracle Sans"/>
        </a:defRPr>
      </a:lvl4pPr>
      <a:lvl5pPr xmlns:a="http://schemas.openxmlformats.org/drawingml/2006/main" marL="914400" marR="0" indent="-182880" algn="l" defTabSz="914400">
        <a:lnSpc>
          <a:spcPct val="95000"/>
        </a:lnSpc>
        <a:spcBef>
          <a:spcPts val="400"/>
        </a:spcBef>
        <a:spcAft>
          <a:spcPts val="0"/>
        </a:spcAft>
        <a:buClrTx/>
        <a:buSzTx/>
        <a:buFont typeface="System Font Regular"/>
        <a:buChar char="-"/>
        <a:defRPr sz="1600" b="0" i="0" kern="1200">
          <a:solidFill>
            <a:schemeClr val="tx1"/>
          </a:solidFill>
          <a:latin typeface="Oracle Sans"/>
          <a:ea typeface="Oracle Sans"/>
          <a:cs typeface="Oracle Sans"/>
        </a:defRPr>
      </a:lvl5pPr>
      <a:lvl6pPr xmlns:a="http://schemas.openxmlformats.org/drawingml/2006/main" marL="1097280" indent="-182880" algn="l" defTabSz="914400">
        <a:lnSpc>
          <a:spcPct val="95000"/>
        </a:lnSpc>
        <a:spcBef>
          <a:spcPts val="400"/>
        </a:spcBef>
        <a:spcAft>
          <a:spcPts val="0"/>
        </a:spcAft>
        <a:buSzPct val="100000"/>
        <a:buFont typeface="Arial"/>
        <a:buChar char="•"/>
        <a:defRPr sz="1600" b="0" i="0" kern="1200">
          <a:solidFill>
            <a:schemeClr val="tx1"/>
          </a:solidFill>
          <a:latin typeface="Oracle Sans"/>
          <a:ea typeface="Oracle Sans"/>
          <a:cs typeface="Oracle Sans"/>
        </a:defRPr>
      </a:lvl6pPr>
      <a:lvl7pPr xmlns:a="http://schemas.openxmlformats.org/drawingml/2006/main" marL="1280160" indent="-182880" algn="l" defTabSz="914400">
        <a:lnSpc>
          <a:spcPct val="95000"/>
        </a:lnSpc>
        <a:spcBef>
          <a:spcPts val="400"/>
        </a:spcBef>
        <a:spcAft>
          <a:spcPts val="0"/>
        </a:spcAft>
        <a:buFont typeface="System Font Regular"/>
        <a:buChar char="-"/>
        <a:defRPr sz="1600" b="0" i="0" kern="1200">
          <a:solidFill>
            <a:schemeClr val="tx1"/>
          </a:solidFill>
          <a:latin typeface="Oracle Sans"/>
          <a:ea typeface="Oracle Sans"/>
          <a:cs typeface="Oracle Sans"/>
        </a:defRPr>
      </a:lvl7pPr>
      <a:lvl8pPr xmlns:a="http://schemas.openxmlformats.org/drawingml/2006/main" marL="1604963" indent="-203200" algn="l" defTabSz="914400">
        <a:lnSpc>
          <a:spcPct val="90000"/>
        </a:lnSpc>
        <a:spcBef>
          <a:spcPts val="500"/>
        </a:spcBef>
        <a:buFont typeface="Arial"/>
        <a:buChar char="•"/>
        <a:defRPr sz="1600" b="0" i="0" kern="1200">
          <a:solidFill>
            <a:schemeClr val="tx1"/>
          </a:solidFill>
          <a:latin typeface="Oracle Sans"/>
          <a:ea typeface="Oracle Sans"/>
          <a:cs typeface="Oracle Sans"/>
        </a:defRPr>
      </a:lvl8pPr>
      <a:lvl9pPr xmlns:a="http://schemas.openxmlformats.org/drawingml/2006/main" marL="1889125" indent="-203200" algn="l" defTabSz="914400">
        <a:lnSpc>
          <a:spcPct val="90000"/>
        </a:lnSpc>
        <a:spcBef>
          <a:spcPts val="500"/>
        </a:spcBef>
        <a:buFont typeface="System Font Regular"/>
        <a:buChar char="-"/>
        <a:defRPr sz="1600" b="0" i="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840" userDrawn="1">
          <p15:clr>
            <a:srgbClr xmlns:a="http://schemas.openxmlformats.org/drawingml/2006/main" val="F26B43"/>
          </p15:clr>
        </p15:guide>
        <p15:guide id="3" orient="horz" pos="1008" userDrawn="1">
          <p15:clr>
            <a:srgbClr xmlns:a="http://schemas.openxmlformats.org/drawingml/2006/main" val="5ACBF0"/>
          </p15:clr>
        </p15:guide>
        <p15:guide id="4" orient="horz" pos="3852" userDrawn="1">
          <p15:clr>
            <a:srgbClr xmlns:a="http://schemas.openxmlformats.org/drawingml/2006/main" val="F26B43"/>
          </p15:clr>
        </p15:guide>
        <p15:guide id="5" pos="480" userDrawn="1">
          <p15:clr>
            <a:srgbClr xmlns:a="http://schemas.openxmlformats.org/drawingml/2006/main" val="F26B43"/>
          </p15:clr>
        </p15:guide>
        <p15:guide id="6" orient="horz" pos="795" userDrawn="1">
          <p15:clr>
            <a:srgbClr xmlns:a="http://schemas.openxmlformats.org/drawingml/2006/main" val="F26B43"/>
          </p15:clr>
        </p15:guide>
        <p15:guide id="7" orient="horz" pos="590" userDrawn="1">
          <p15:clr>
            <a:srgbClr xmlns:a="http://schemas.openxmlformats.org/drawingml/2006/main" val="F26B43"/>
          </p15:clr>
        </p15:guide>
        <p15:guide id="8" pos="7212" userDrawn="1">
          <p15:clr>
            <a:srgbClr xmlns:a="http://schemas.openxmlformats.org/drawingml/2006/main" val="F26B43"/>
          </p15:clr>
        </p15:guide>
      </p15:sldGuideLst>
    </p:ext>
  </p:extLst>
</p:sldMaster>
</file>

<file path=ppt/slideMasters/theme/theme2.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fd8b5a9f4974c56" /><Relationship Type="http://schemas.openxmlformats.org/officeDocument/2006/relationships/notesSlide" Target="/ppt/notesSlides/notesSlide1.xml" Id="R2defceb094a14c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87.xml" Id="R25d637e3e2e74d69" /><Relationship Type="http://schemas.openxmlformats.org/officeDocument/2006/relationships/notesSlide" Target="/ppt/notesSlides/notesSlide2.xml" Id="Ra52ccd49661a40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58.xml" Id="R9336f623985b46b7" /><Relationship Type="http://schemas.openxmlformats.org/officeDocument/2006/relationships/image" Target="/ppt/media/image12.svg" Id="R80298018cac84386" /><Relationship Type="http://schemas.openxmlformats.org/officeDocument/2006/relationships/image" Target="/ppt/media/image12.jpeg" Id="Rbd2093d4454a452b" /><Relationship Type="http://schemas.openxmlformats.org/officeDocument/2006/relationships/image" Target="/ppt/media/image13.svg" Id="R1449c8f0cc914396" /><Relationship Type="http://schemas.openxmlformats.org/officeDocument/2006/relationships/image" Target="/ppt/media/image13.jpeg" Id="R66d35937bdad40ec" /><Relationship Type="http://schemas.openxmlformats.org/officeDocument/2006/relationships/image" Target="/ppt/media/image14.svg" Id="R2802b2d1392949fa" /><Relationship Type="http://schemas.openxmlformats.org/officeDocument/2006/relationships/image" Target="/ppt/media/image14.jpeg" Id="R370ca01c29824544" /><Relationship Type="http://schemas.openxmlformats.org/officeDocument/2006/relationships/notesSlide" Target="/ppt/notesSlides/notesSlide3.xml" Id="Rb72436f4507349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0.xml" Id="R32511daa410c4271" /><Relationship Type="http://schemas.openxmlformats.org/officeDocument/2006/relationships/notesSlide" Target="/ppt/notesSlides/notesSlide4.xml" Id="R1a2f0fd7f12543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59.xml" Id="R8b05e54107cb4970" /><Relationship Type="http://schemas.openxmlformats.org/officeDocument/2006/relationships/image" Target="/ppt/media/image10.png" Id="R7c50e921ef3d4c28" /><Relationship Type="http://schemas.openxmlformats.org/officeDocument/2006/relationships/notesSlide" Target="/ppt/notesSlides/notesSlide5.xml" Id="R910c62d362c94c18" /></Relationships>
</file>

<file path=ppt/slides/slide1.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D54384-0EB6-A3B7-08C9-3D68D4BD885E}"/>
              </a:ext>
            </a:extLst>
          </p:cNvPr>
          <p:cNvSpPr>
            <a:spLocks xmlns:a="http://schemas.openxmlformats.org/drawingml/2006/main" noGrp="1"/>
          </p:cNvSpPr>
          <p:nvPr>
            <p:ph type="ctrTitle" idx="0"/>
          </p:nvPr>
        </p:nvSpPr>
        <p:spPr>
          <a:xfrm xmlns:a="http://schemas.openxmlformats.org/drawingml/2006/main">
            <a:off x="792468" y="2148840"/>
            <a:ext cx="6400800" cy="1280160"/>
          </a:xfrm>
        </p:spPr>
        <p:txBody>
          <a:bodyPr xmlns:a="http://schemas.openxmlformats.org/drawingml/2006/main"/>
          <a:lstStyle xmlns:a="http://schemas.openxmlformats.org/drawingml/2006/main"/>
          <a:p xmlns:a="http://schemas.openxmlformats.org/drawingml/2006/main">
            <a:r>
              <a:t>OCI Log Analytics</a:t>
            </a:r>
          </a:p>
          <a:p xmlns:a="http://schemas.openxmlformats.org/drawingml/2006/main">
            <a:r>
              <a:t>as the governed security</a:t>
            </a:r>
          </a:p>
          <a:p xmlns:a="http://schemas.openxmlformats.org/drawingml/2006/main">
            <a:r>
              <a:t>analytics plane</a:t>
            </a:r>
          </a:p>
        </p:txBody>
      </p:sp>
      <p:sp>
        <p:nvSpPr>
          <p:cNvPr id="3" name="Text Placeholder 2">
            <a:extLst xmlns:a="http://schemas.openxmlformats.org/drawingml/2006/main">
              <a:ext uri="{FF2B5EF4-FFF2-40B4-BE49-F238E27FC236}">
                <a16:creationId xmlns:a16="http://schemas.microsoft.com/office/drawing/2014/main" id="{73BB865E-2124-9DFB-E90D-67F8512ACDB7}"/>
              </a:ext>
            </a:extLst>
          </p:cNvPr>
          <p:cNvSpPr>
            <a:spLocks xmlns:a="http://schemas.openxmlformats.org/drawingml/2006/main" noGrp="1"/>
          </p:cNvSpPr>
          <p:nvPr>
            <p:ph type="body" idx="33"/>
          </p:nvPr>
        </p:nvSpPr>
        <p:spPr>
          <a:xfrm xmlns:a="http://schemas.openxmlformats.org/drawingml/2006/main">
            <a:off x="792480" y="3519488"/>
            <a:ext cx="6400800" cy="628650"/>
          </a:xfrm>
        </p:spPr>
        <p:txBody>
          <a:bodyPr xmlns:a="http://schemas.openxmlformats.org/drawingml/2006/main"/>
          <a:lstStyle xmlns:a="http://schemas.openxmlformats.org/drawingml/2006/main"/>
          <a:p xmlns:a="http://schemas.openxmlformats.org/drawingml/2006/main">
            <a:pPr>
              <a:defRPr sz="1650">
                <a:solidFill>
                  <a:srgbClr val="2A2F2F"/>
                </a:solidFill>
              </a:defRPr>
            </a:pPr>
            <a:r>
              <a:rPr sz="1650">
                <a:solidFill>
                  <a:srgbClr val="2A2F2F"/>
                </a:solidFill>
              </a:rPr>
              <a:t>One governed plane for OCI and on-premises logs—with two explicit Splunk delivery modes.</a:t>
            </a:r>
          </a:p>
        </p:txBody>
      </p:sp>
      <p:sp>
        <p:nvSpPr>
          <p:cNvPr id="31" name="Text Placeholder 30">
            <a:extLst xmlns:a="http://schemas.openxmlformats.org/drawingml/2006/main">
              <a:ext uri="{FF2B5EF4-FFF2-40B4-BE49-F238E27FC236}">
                <a16:creationId xmlns:a16="http://schemas.microsoft.com/office/drawing/2014/main" id="{DCAEDBC0-920A-65EE-B289-587E41669E6C}"/>
              </a:ext>
            </a:extLst>
          </p:cNvPr>
          <p:cNvSpPr>
            <a:spLocks xmlns:a="http://schemas.openxmlformats.org/drawingml/2006/main" noGrp="1"/>
          </p:cNvSpPr>
          <p:nvPr>
            <p:ph type="body" idx="35"/>
          </p:nvPr>
        </p:nvSpPr>
        <p:spPr>
          <a:xfrm xmlns:a="http://schemas.openxmlformats.org/drawingml/2006/main">
            <a:off x="792468" y="4544568"/>
            <a:ext cx="5077970" cy="266291"/>
          </a:xfrm>
        </p:spPr>
        <p:txBody>
          <a:bodyPr xmlns:a="http://schemas.openxmlformats.org/drawingml/2006/main"/>
          <a:lstStyle xmlns:a="http://schemas.openxmlformats.org/drawingml/2006/main"/>
          <a:p xmlns:a="http://schemas.openxmlformats.org/drawingml/2006/main">
            <a:r>
              <a:t>Five-page capability overview</a:t>
            </a:r>
          </a:p>
        </p:txBody>
      </p:sp>
      <p:sp>
        <p:nvSpPr>
          <p:cNvPr id="4" name="Text Placeholder 3">
            <a:extLst xmlns:a="http://schemas.openxmlformats.org/drawingml/2006/main">
              <a:ext uri="{FF2B5EF4-FFF2-40B4-BE49-F238E27FC236}">
                <a16:creationId xmlns:a16="http://schemas.microsoft.com/office/drawing/2014/main" id="{8C98A7BA-85AB-C838-B8BA-7E96C3E5D4A5}"/>
              </a:ext>
            </a:extLst>
          </p:cNvPr>
          <p:cNvSpPr>
            <a:spLocks xmlns:a="http://schemas.openxmlformats.org/drawingml/2006/main" noGrp="1"/>
          </p:cNvSpPr>
          <p:nvPr>
            <p:ph type="body" idx="34"/>
          </p:nvPr>
        </p:nvSpPr>
        <p:spPr>
          <a:xfrm xmlns:a="http://schemas.openxmlformats.org/drawingml/2006/main">
            <a:off x="792468" y="4882896"/>
            <a:ext cx="5077970" cy="895181"/>
          </a:xfrm>
        </p:spPr>
        <p:txBody>
          <a:bodyPr xmlns:a="http://schemas.openxmlformats.org/drawingml/2006/main"/>
          <a:lstStyle xmlns:a="http://schemas.openxmlformats.org/drawingml/2006/main"/>
          <a:p xmlns:a="http://schemas.openxmlformats.org/drawingml/2006/main">
            <a:pPr lvl="0">
              <a:buNone/>
            </a:pPr>
            <a:r>
              <a:t>OCI observability, Windows access monitoring and parallel Splunk operations</a:t>
            </a:r>
          </a:p>
          <a:p xmlns:a="http://schemas.openxmlformats.org/drawingml/2006/main">
            <a:pPr lvl="0">
              <a:buNone/>
            </a:pPr>
            <a:r>
              <a:t>Customer discussion | 2 September 2026</a:t>
            </a:r>
          </a:p>
        </p:txBody>
      </p:sp>
      <p:sp>
        <p:nvSpPr>
          <p:cNvPr id="7" name="Slide Number Placeholder 6">
            <a:extLst xmlns:a="http://schemas.openxmlformats.org/drawingml/2006/main">
              <a:ext uri="{FF2B5EF4-FFF2-40B4-BE49-F238E27FC236}">
                <a16:creationId xmlns:a16="http://schemas.microsoft.com/office/drawing/2014/main" id="{66A53C3B-A45C-2DCF-6746-F47AE29614F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p xmlns:a="http://schemas.openxmlformats.org/drawingml/2006/main">
            <a:fld id="{AD75FED6-38D0-DE9C-92C0-6E7FA635581C}" type="slidenum">
              <a:t>1</a:t>
            </a:fld>
            <a:endParaRPr/>
          </a:p>
        </p:txBody>
      </p:sp>
      <p:sp>
        <p:nvSpPr>
          <p:cNvPr id="6" name="Footer Placeholder 5">
            <a:extLst xmlns:a="http://schemas.openxmlformats.org/drawingml/2006/main">
              <a:ext uri="{FF2B5EF4-FFF2-40B4-BE49-F238E27FC236}">
                <a16:creationId xmlns:a16="http://schemas.microsoft.com/office/drawing/2014/main" id="{407E29C8-A7DD-BBBF-717D-449F86BA3C5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a:t>
            </a:r>
            <a:endParaRPr/>
          </a:p>
        </p:txBody>
      </p:sp>
    </p:spTree>
    <p:extLst>
      <p:ext uri="{BB962C8B-B14F-4D97-AF65-F5344CB8AC3E}">
        <p14:creationId xmlns:p14="http://schemas.microsoft.com/office/powerpoint/2010/main" val="2432012276"/>
      </p:ext>
    </p:extLst>
  </p:cSld>
</p:sld>
</file>

<file path=ppt/slides/slide2.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C480B9-163C-3BF3-0605-C934971C17CC}"/>
              </a:ext>
            </a:extLst>
          </p:cNvPr>
          <p:cNvSpPr>
            <a:spLocks xmlns:a="http://schemas.openxmlformats.org/drawingml/2006/main" noGrp="1"/>
          </p:cNvSpPr>
          <p:nvPr>
            <p:ph type="title" idx="0"/>
          </p:nvPr>
        </p:nvSpPr>
        <p:spPr>
          <a:xfrm xmlns:a="http://schemas.openxmlformats.org/drawingml/2006/main">
            <a:off x="768875" y="3017520"/>
            <a:ext cx="3132585" cy="822960"/>
          </a:xfrm>
        </p:spPr>
        <p:txBody>
          <a:bodyPr xmlns:a="http://schemas.openxmlformats.org/drawingml/2006/main"/>
          <a:lstStyle xmlns:a="http://schemas.openxmlformats.org/drawingml/2006/main"/>
          <a:p xmlns:a="http://schemas.openxmlformats.org/drawingml/2006/main">
            <a:r>
              <a:t>Collect once.</a:t>
            </a:r>
          </a:p>
          <a:p xmlns:a="http://schemas.openxmlformats.org/drawingml/2006/main">
            <a:r>
              <a:t>Choose the Splunk path.</a:t>
            </a:r>
          </a:p>
        </p:txBody>
      </p:sp>
      <p:sp>
        <p:nvSpPr>
          <p:cNvPr id="9" name="Text Placeholder 8">
            <a:extLst xmlns:a="http://schemas.openxmlformats.org/drawingml/2006/main">
              <a:ext uri="{FF2B5EF4-FFF2-40B4-BE49-F238E27FC236}">
                <a16:creationId xmlns:a16="http://schemas.microsoft.com/office/drawing/2014/main" id="{83FD37A0-6D23-D2AA-8572-25F72CA43BD2}"/>
              </a:ext>
            </a:extLst>
          </p:cNvPr>
          <p:cNvSpPr>
            <a:spLocks xmlns:a="http://schemas.openxmlformats.org/drawingml/2006/main" noGrp="1"/>
          </p:cNvSpPr>
          <p:nvPr>
            <p:ph type="body" idx="11"/>
          </p:nvPr>
        </p:nvSpPr>
        <p:spPr>
          <a:xfrm xmlns:a="http://schemas.openxmlformats.org/drawingml/2006/main">
            <a:off x="4705350" y="1162050"/>
            <a:ext cx="6572250" cy="571500"/>
          </a:xfrm>
        </p:spPr>
        <p:txBody>
          <a:bodyPr xmlns:a="http://schemas.openxmlformats.org/drawingml/2006/main"/>
          <a:lstStyle xmlns:a="http://schemas.openxmlformats.org/drawingml/2006/main"/>
          <a:p xmlns:a="http://schemas.openxmlformats.org/drawingml/2006/main">
            <a:pPr lvl="0">
              <a:buNone/>
              <a:defRPr sz="1350">
                <a:solidFill>
                  <a:srgbClr val="2A2F2F"/>
                </a:solidFill>
              </a:defRPr>
            </a:pPr>
            <a:r>
              <a:rPr sz="1350">
                <a:solidFill>
                  <a:srgbClr val="2A2F2F"/>
                </a:solidFill>
              </a:rPr>
              <a:t>Log Analytics stays the governed source of truth; raw parity and curated evidence remain explicit, separately costed paths.</a:t>
            </a:r>
            <a:endParaRPr/>
          </a:p>
        </p:txBody>
      </p:sp>
      <p:sp>
        <p:nvSpPr>
          <p:cNvPr id="3" name="Slide Number Placeholder 2">
            <a:extLst xmlns:a="http://schemas.openxmlformats.org/drawingml/2006/main">
              <a:ext uri="{FF2B5EF4-FFF2-40B4-BE49-F238E27FC236}">
                <a16:creationId xmlns:a16="http://schemas.microsoft.com/office/drawing/2014/main" id="{36CEF659-E87E-81C9-C693-B394BDF59BA1}"/>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E2598689-54C9-18A7-3A19-ED76AA08988F}" type="slidenum">
              <a:t>2</a:t>
            </a:fld>
            <a:endParaRPr/>
          </a:p>
        </p:txBody>
      </p:sp>
      <p:sp>
        <p:nvSpPr>
          <p:cNvPr id="4" name="Footer Placeholder 3">
            <a:extLst xmlns:a="http://schemas.openxmlformats.org/drawingml/2006/main">
              <a:ext uri="{FF2B5EF4-FFF2-40B4-BE49-F238E27FC236}">
                <a16:creationId xmlns:a16="http://schemas.microsoft.com/office/drawing/2014/main" id="{112AD3FE-EFC8-7FC6-B25F-C58BF34BA048}"/>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a:t>
            </a:r>
            <a:endParaRPr/>
          </a:p>
        </p:txBody>
      </p:sp>
      <p:sp>
        <p:nvSpPr>
          <p:cNvPr id="10" name="OCI source logs">
            <a:extLst xmlns:a="http://schemas.openxmlformats.org/drawingml/2006/main">
              <a:ext uri="{FF2B5EF4-FFF2-40B4-BE49-F238E27FC236}">
                <a16:creationId xmlns:a16="http://schemas.microsoft.com/office/drawing/2014/main" id="{726CE7D9-742F-4416-B892-5A9F9091439E}"/>
              </a:ext>
            </a:extLst>
          </p:cNvPr>
          <p:cNvSpPr>
            <a:spLocks xmlns:a="http://schemas.openxmlformats.org/drawingml/2006/main" noGrp="1"/>
          </p:cNvSpPr>
          <p:nvPr/>
        </p:nvSpPr>
        <p:spPr>
          <a:xfrm xmlns:a="http://schemas.openxmlformats.org/drawingml/2006/main">
            <a:off x="4810125" y="2143125"/>
            <a:ext cx="1428750" cy="647700"/>
          </a:xfrm>
          <a:prstGeom xmlns:a="http://schemas.openxmlformats.org/drawingml/2006/main" prst="roundRect">
            <a:avLst>
              <a:gd name="adj" fmla="val 17647"/>
            </a:avLst>
          </a:prstGeom>
          <a:solidFill xmlns:a="http://schemas.openxmlformats.org/drawingml/2006/main">
            <a:srgbClr val="FBF9F8"/>
          </a:solidFill>
          <a:ln xmlns:a="http://schemas.openxmlformats.org/drawingml/2006/main" w="11906">
            <a:solidFill>
              <a:srgbClr val="B7B1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nchor="ctr"/>
          <a:lstStyle xmlns:a="http://schemas.openxmlformats.org/drawingml/2006/main"/>
          <a:p xmlns:a="http://schemas.openxmlformats.org/drawingml/2006/main">
            <a:pPr algn="ctr">
              <a:defRPr sz="975" b="1">
                <a:solidFill>
                  <a:srgbClr val="2A2F2F"/>
                </a:solidFill>
              </a:defRPr>
            </a:pPr>
            <a:r>
              <a:rPr sz="975" b="1">
                <a:solidFill>
                  <a:srgbClr val="2A2F2F"/>
                </a:solidFill>
              </a:rPr>
              <a:t>OCI logs</a:t>
            </a:r>
          </a:p>
          <a:p xmlns:a="http://schemas.openxmlformats.org/drawingml/2006/main">
            <a:pPr algn="ctr">
              <a:defRPr sz="975" b="1">
                <a:solidFill>
                  <a:srgbClr val="2A2F2F"/>
                </a:solidFill>
              </a:defRPr>
            </a:pPr>
            <a:r>
              <a:rPr sz="975" b="1">
                <a:solidFill>
                  <a:srgbClr val="2A2F2F"/>
                </a:solidFill>
              </a:rPr>
              <a:t>Audit · service · custom</a:t>
            </a:r>
          </a:p>
        </p:txBody>
      </p:sp>
      <p:sp>
        <p:nvSpPr>
          <p:cNvPr id="11" name="Windows and on-premises">
            <a:extLst xmlns:a="http://schemas.openxmlformats.org/drawingml/2006/main">
              <a:ext uri="{FF2B5EF4-FFF2-40B4-BE49-F238E27FC236}">
                <a16:creationId xmlns:a16="http://schemas.microsoft.com/office/drawing/2014/main" id="{4B5D3217-6816-492B-8DA1-677CCAE90E65}"/>
              </a:ext>
            </a:extLst>
          </p:cNvPr>
          <p:cNvSpPr>
            <a:spLocks xmlns:a="http://schemas.openxmlformats.org/drawingml/2006/main" noGrp="1"/>
          </p:cNvSpPr>
          <p:nvPr/>
        </p:nvSpPr>
        <p:spPr>
          <a:xfrm xmlns:a="http://schemas.openxmlformats.org/drawingml/2006/main">
            <a:off x="4810125" y="3733800"/>
            <a:ext cx="1428750" cy="704850"/>
          </a:xfrm>
          <a:prstGeom xmlns:a="http://schemas.openxmlformats.org/drawingml/2006/main" prst="roundRect">
            <a:avLst>
              <a:gd name="adj" fmla="val 16216"/>
            </a:avLst>
          </a:prstGeom>
          <a:solidFill xmlns:a="http://schemas.openxmlformats.org/drawingml/2006/main">
            <a:srgbClr val="FBF9F8"/>
          </a:solidFill>
          <a:ln xmlns:a="http://schemas.openxmlformats.org/drawingml/2006/main" w="11906">
            <a:solidFill>
              <a:srgbClr val="B7B1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nchor="ctr"/>
          <a:lstStyle xmlns:a="http://schemas.openxmlformats.org/drawingml/2006/main"/>
          <a:p xmlns:a="http://schemas.openxmlformats.org/drawingml/2006/main">
            <a:pPr algn="ctr">
              <a:defRPr sz="975" b="1">
                <a:solidFill>
                  <a:srgbClr val="2A2F2F"/>
                </a:solidFill>
              </a:defRPr>
            </a:pPr>
            <a:r>
              <a:rPr sz="975" b="1">
                <a:solidFill>
                  <a:srgbClr val="2A2F2F"/>
                </a:solidFill>
              </a:rPr>
              <a:t>Windows / on-prem</a:t>
            </a:r>
          </a:p>
          <a:p xmlns:a="http://schemas.openxmlformats.org/drawingml/2006/main">
            <a:pPr algn="ctr">
              <a:defRPr sz="975" b="1">
                <a:solidFill>
                  <a:srgbClr val="2A2F2F"/>
                </a:solidFill>
              </a:defRPr>
            </a:pPr>
            <a:r>
              <a:rPr sz="975" b="1">
                <a:solidFill>
                  <a:srgbClr val="2A2F2F"/>
                </a:solidFill>
              </a:rPr>
              <a:t>Management Agent</a:t>
            </a:r>
          </a:p>
        </p:txBody>
      </p:sp>
      <p:sp>
        <p:nvSpPr>
          <p:cNvPr id="12" name="OCI Log Analytics">
            <a:extLst xmlns:a="http://schemas.openxmlformats.org/drawingml/2006/main">
              <a:ext uri="{FF2B5EF4-FFF2-40B4-BE49-F238E27FC236}">
                <a16:creationId xmlns:a16="http://schemas.microsoft.com/office/drawing/2014/main" id="{B24F465F-A118-4E0B-952A-EEB5967ABF95}"/>
              </a:ext>
            </a:extLst>
          </p:cNvPr>
          <p:cNvSpPr>
            <a:spLocks xmlns:a="http://schemas.openxmlformats.org/drawingml/2006/main" noGrp="1"/>
          </p:cNvSpPr>
          <p:nvPr/>
        </p:nvSpPr>
        <p:spPr>
          <a:xfrm xmlns:a="http://schemas.openxmlformats.org/drawingml/2006/main">
            <a:off x="6715125" y="3000375"/>
            <a:ext cx="1657350" cy="990600"/>
          </a:xfrm>
          <a:prstGeom xmlns:a="http://schemas.openxmlformats.org/drawingml/2006/main" prst="roundRect">
            <a:avLst>
              <a:gd name="adj" fmla="val 11538"/>
            </a:avLst>
          </a:prstGeom>
          <a:solidFill xmlns:a="http://schemas.openxmlformats.org/drawingml/2006/main">
            <a:srgbClr val="04536F"/>
          </a:solidFill>
          <a:ln xmlns:a="http://schemas.openxmlformats.org/drawingml/2006/main" w="11906">
            <a:solidFill>
              <a:srgbClr val="04536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OCI Log Analytics</a:t>
            </a:r>
          </a:p>
          <a:p xmlns:a="http://schemas.openxmlformats.org/drawingml/2006/main">
            <a:pPr algn="ctr">
              <a:defRPr sz="1050" b="1">
                <a:solidFill>
                  <a:srgbClr val="FFFFFF"/>
                </a:solidFill>
              </a:defRPr>
            </a:pPr>
            <a:r>
              <a:rPr sz="1050" b="1">
                <a:solidFill>
                  <a:srgbClr val="FFFFFF"/>
                </a:solidFill>
              </a:rPr>
              <a:t>normalize · correlate</a:t>
            </a:r>
          </a:p>
          <a:p xmlns:a="http://schemas.openxmlformats.org/drawingml/2006/main">
            <a:pPr algn="ctr">
              <a:defRPr sz="1050" b="1">
                <a:solidFill>
                  <a:srgbClr val="FFFFFF"/>
                </a:solidFill>
              </a:defRPr>
            </a:pPr>
            <a:r>
              <a:rPr sz="1050" b="1">
                <a:solidFill>
                  <a:srgbClr val="FFFFFF"/>
                </a:solidFill>
              </a:rPr>
              <a:t>detect · retain</a:t>
            </a:r>
          </a:p>
        </p:txBody>
      </p:sp>
      <p:sp>
        <p:nvSpPr>
          <p:cNvPr id="13" name="Mode 1 raw fanout">
            <a:extLst xmlns:a="http://schemas.openxmlformats.org/drawingml/2006/main">
              <a:ext uri="{FF2B5EF4-FFF2-40B4-BE49-F238E27FC236}">
                <a16:creationId xmlns:a16="http://schemas.microsoft.com/office/drawing/2014/main" id="{A144A63D-F529-4433-A239-2E21FB6F143E}"/>
              </a:ext>
            </a:extLst>
          </p:cNvPr>
          <p:cNvSpPr>
            <a:spLocks xmlns:a="http://schemas.openxmlformats.org/drawingml/2006/main" noGrp="1"/>
          </p:cNvSpPr>
          <p:nvPr/>
        </p:nvSpPr>
        <p:spPr>
          <a:xfrm xmlns:a="http://schemas.openxmlformats.org/drawingml/2006/main">
            <a:off x="8763000" y="2143125"/>
            <a:ext cx="1409700" cy="685800"/>
          </a:xfrm>
          <a:prstGeom xmlns:a="http://schemas.openxmlformats.org/drawingml/2006/main" prst="roundRect">
            <a:avLst>
              <a:gd name="adj" fmla="val 16667"/>
            </a:avLst>
          </a:prstGeom>
          <a:solidFill xmlns:a="http://schemas.openxmlformats.org/drawingml/2006/main">
            <a:srgbClr val="FCECEA"/>
          </a:solidFill>
          <a:ln xmlns:a="http://schemas.openxmlformats.org/drawingml/2006/main" w="11906">
            <a:solidFill>
              <a:srgbClr val="C7463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nchor="ctr"/>
          <a:lstStyle xmlns:a="http://schemas.openxmlformats.org/drawingml/2006/main"/>
          <a:p xmlns:a="http://schemas.openxmlformats.org/drawingml/2006/main">
            <a:pPr algn="ctr">
              <a:defRPr sz="900" b="1">
                <a:solidFill>
                  <a:srgbClr val="7A231A"/>
                </a:solidFill>
              </a:defRPr>
            </a:pPr>
            <a:r>
              <a:rPr sz="900" b="1">
                <a:solidFill>
                  <a:srgbClr val="7A231A"/>
                </a:solidFill>
              </a:rPr>
              <a:t>MODE 1</a:t>
            </a:r>
          </a:p>
          <a:p xmlns:a="http://schemas.openxmlformats.org/drawingml/2006/main">
            <a:pPr algn="ctr">
              <a:defRPr sz="900" b="1">
                <a:solidFill>
                  <a:srgbClr val="7A231A"/>
                </a:solidFill>
              </a:defRPr>
            </a:pPr>
            <a:r>
              <a:rPr sz="900" b="1">
                <a:solidFill>
                  <a:srgbClr val="7A231A"/>
                </a:solidFill>
              </a:rPr>
              <a:t>Streaming + oci-splunk</a:t>
            </a:r>
          </a:p>
        </p:txBody>
      </p:sp>
      <p:sp>
        <p:nvSpPr>
          <p:cNvPr id="14" name="Mode 2 detection evidence">
            <a:extLst xmlns:a="http://schemas.openxmlformats.org/drawingml/2006/main">
              <a:ext uri="{FF2B5EF4-FFF2-40B4-BE49-F238E27FC236}">
                <a16:creationId xmlns:a16="http://schemas.microsoft.com/office/drawing/2014/main" id="{7F1501E3-5C4B-49D8-8462-0D03CB547342}"/>
              </a:ext>
            </a:extLst>
          </p:cNvPr>
          <p:cNvSpPr>
            <a:spLocks xmlns:a="http://schemas.openxmlformats.org/drawingml/2006/main" noGrp="1"/>
          </p:cNvSpPr>
          <p:nvPr/>
        </p:nvSpPr>
        <p:spPr>
          <a:xfrm xmlns:a="http://schemas.openxmlformats.org/drawingml/2006/main">
            <a:off x="8763000" y="3714750"/>
            <a:ext cx="1409700" cy="781050"/>
          </a:xfrm>
          <a:prstGeom xmlns:a="http://schemas.openxmlformats.org/drawingml/2006/main" prst="roundRect">
            <a:avLst>
              <a:gd name="adj" fmla="val 14634"/>
            </a:avLst>
          </a:prstGeom>
          <a:solidFill xmlns:a="http://schemas.openxmlformats.org/drawingml/2006/main">
            <a:srgbClr val="FFF4D6"/>
          </a:solidFill>
          <a:ln xmlns:a="http://schemas.openxmlformats.org/drawingml/2006/main" w="11906">
            <a:solidFill>
              <a:srgbClr val="D6A62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nchor="ctr"/>
          <a:lstStyle xmlns:a="http://schemas.openxmlformats.org/drawingml/2006/main"/>
          <a:p xmlns:a="http://schemas.openxmlformats.org/drawingml/2006/main">
            <a:pPr algn="ctr">
              <a:defRPr sz="900" b="1">
                <a:solidFill>
                  <a:srgbClr val="5D4710"/>
                </a:solidFill>
              </a:defRPr>
            </a:pPr>
            <a:r>
              <a:rPr sz="900" b="1">
                <a:solidFill>
                  <a:srgbClr val="5D4710"/>
                </a:solidFill>
              </a:rPr>
              <a:t>MODE 2</a:t>
            </a:r>
          </a:p>
          <a:p xmlns:a="http://schemas.openxmlformats.org/drawingml/2006/main">
            <a:pPr algn="ctr">
              <a:defRPr sz="900" b="1">
                <a:solidFill>
                  <a:srgbClr val="5D4710"/>
                </a:solidFill>
              </a:defRPr>
            </a:pPr>
            <a:r>
              <a:rPr sz="900" b="1">
                <a:solidFill>
                  <a:srgbClr val="5D4710"/>
                </a:solidFill>
              </a:rPr>
              <a:t>Governed evidence export</a:t>
            </a:r>
          </a:p>
        </p:txBody>
      </p:sp>
      <p:sp>
        <p:nvSpPr>
          <p:cNvPr id="15" name="Splunk HEC">
            <a:extLst xmlns:a="http://schemas.openxmlformats.org/drawingml/2006/main">
              <a:ext uri="{FF2B5EF4-FFF2-40B4-BE49-F238E27FC236}">
                <a16:creationId xmlns:a16="http://schemas.microsoft.com/office/drawing/2014/main" id="{29FDAC4A-0DD7-4DEC-8DC2-E9B38835DB1D}"/>
              </a:ext>
            </a:extLst>
          </p:cNvPr>
          <p:cNvSpPr>
            <a:spLocks xmlns:a="http://schemas.openxmlformats.org/drawingml/2006/main" noGrp="1"/>
          </p:cNvSpPr>
          <p:nvPr/>
        </p:nvSpPr>
        <p:spPr>
          <a:xfrm xmlns:a="http://schemas.openxmlformats.org/drawingml/2006/main">
            <a:off x="10477500" y="3009900"/>
            <a:ext cx="742950" cy="990600"/>
          </a:xfrm>
          <a:prstGeom xmlns:a="http://schemas.openxmlformats.org/drawingml/2006/main" prst="roundRect">
            <a:avLst>
              <a:gd name="adj" fmla="val 15385"/>
            </a:avLst>
          </a:prstGeom>
          <a:solidFill xmlns:a="http://schemas.openxmlformats.org/drawingml/2006/main">
            <a:srgbClr val="2A2F2F"/>
          </a:solidFill>
          <a:ln xmlns:a="http://schemas.openxmlformats.org/drawingml/2006/main" w="11906">
            <a:solidFill>
              <a:srgbClr val="2A2F2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Splunk</a:t>
            </a:r>
          </a:p>
          <a:p xmlns:a="http://schemas.openxmlformats.org/drawingml/2006/main">
            <a:pPr algn="ctr">
              <a:defRPr sz="975" b="1">
                <a:solidFill>
                  <a:srgbClr val="FFFFFF"/>
                </a:solidFill>
              </a:defRPr>
            </a:pPr>
            <a:r>
              <a:rPr sz="975" b="1">
                <a:solidFill>
                  <a:srgbClr val="FFFFFF"/>
                </a:solidFill>
              </a:rPr>
              <a:t>HEC</a:t>
            </a:r>
          </a:p>
        </p:txBody>
      </p:sp>
      <p:cxnSp>
        <p:nvCxnSpPr>
          <p:cNvPr id="33" name=""/>
          <p:cNvCxnSpPr>
            <a:stCxn xmlns:a="http://schemas.openxmlformats.org/drawingml/2006/main" id="10" idx="3"/>
            <a:endCxn xmlns:a="http://schemas.openxmlformats.org/drawingml/2006/main" id="12" idx="1"/>
          </p:cNvCxnSpPr>
          <p:nvPr/>
        </p:nvCxnSpPr>
        <p:spPr>
          <a:xfrm xmlns:a="http://schemas.openxmlformats.org/drawingml/2006/main">
            <a:off x="6238875" y="2466975"/>
            <a:ext cx="476250" cy="1028700"/>
          </a:xfrm>
          <a:prstGeom xmlns:a="http://schemas.openxmlformats.org/drawingml/2006/main" prst="bentConnector3">
            <a:avLst>
              <a:gd name="adj1" fmla="val 50000"/>
            </a:avLst>
          </a:prstGeom>
          <a:ln xmlns:a="http://schemas.openxmlformats.org/drawingml/2006/main" w="17145">
            <a:solidFill>
              <a:srgbClr val="697778"/>
            </a:solidFill>
            <a:prstDash val="solid"/>
            <a:tailEnd type="triangle" w="sm" len="sm"/>
          </a:ln>
        </p:spPr>
      </p:cxnSp>
      <p:cxnSp>
        <p:nvCxnSpPr>
          <p:cNvPr id="34" name=""/>
          <p:cNvCxnSpPr>
            <a:stCxn xmlns:a="http://schemas.openxmlformats.org/drawingml/2006/main" id="11" idx="3"/>
            <a:endCxn xmlns:a="http://schemas.openxmlformats.org/drawingml/2006/main" id="12" idx="1"/>
          </p:cNvCxnSpPr>
          <p:nvPr/>
        </p:nvCxnSpPr>
        <p:spPr>
          <a:xfrm xmlns:a="http://schemas.openxmlformats.org/drawingml/2006/main" flipV="1">
            <a:off x="6238875" y="3495675"/>
            <a:ext cx="476250" cy="590550"/>
          </a:xfrm>
          <a:prstGeom xmlns:a="http://schemas.openxmlformats.org/drawingml/2006/main" prst="bentConnector3">
            <a:avLst>
              <a:gd name="adj1" fmla="val 50000"/>
            </a:avLst>
          </a:prstGeom>
          <a:ln xmlns:a="http://schemas.openxmlformats.org/drawingml/2006/main" w="17145">
            <a:solidFill>
              <a:srgbClr val="697778"/>
            </a:solidFill>
            <a:prstDash val="solid"/>
            <a:tailEnd type="triangle" w="sm" len="sm"/>
          </a:ln>
        </p:spPr>
      </p:cxnSp>
      <p:cxnSp>
        <p:nvCxnSpPr>
          <p:cNvPr id="35" name=""/>
          <p:cNvCxnSpPr>
            <a:stCxn xmlns:a="http://schemas.openxmlformats.org/drawingml/2006/main" id="10" idx="3"/>
            <a:endCxn xmlns:a="http://schemas.openxmlformats.org/drawingml/2006/main" id="13" idx="1"/>
          </p:cNvCxnSpPr>
          <p:nvPr/>
        </p:nvCxnSpPr>
        <p:spPr>
          <a:xfrm xmlns:a="http://schemas.openxmlformats.org/drawingml/2006/main">
            <a:off x="6238875" y="2466975"/>
            <a:ext cx="2524125" cy="19050"/>
          </a:xfrm>
          <a:prstGeom xmlns:a="http://schemas.openxmlformats.org/drawingml/2006/main" prst="straightConnector1">
            <a:avLst/>
          </a:prstGeom>
          <a:ln xmlns:a="http://schemas.openxmlformats.org/drawingml/2006/main" w="19050">
            <a:solidFill>
              <a:srgbClr val="C74634"/>
            </a:solidFill>
            <a:prstDash val="dash"/>
            <a:tailEnd type="triangle" w="sm" len="sm"/>
          </a:ln>
        </p:spPr>
      </p:cxnSp>
      <p:cxnSp>
        <p:nvCxnSpPr>
          <p:cNvPr id="36" name=""/>
          <p:cNvCxnSpPr>
            <a:stCxn xmlns:a="http://schemas.openxmlformats.org/drawingml/2006/main" id="12" idx="3"/>
            <a:endCxn xmlns:a="http://schemas.openxmlformats.org/drawingml/2006/main" id="14" idx="1"/>
          </p:cNvCxnSpPr>
          <p:nvPr/>
        </p:nvCxnSpPr>
        <p:spPr>
          <a:xfrm xmlns:a="http://schemas.openxmlformats.org/drawingml/2006/main">
            <a:off x="8372475" y="3495675"/>
            <a:ext cx="390525" cy="609600"/>
          </a:xfrm>
          <a:prstGeom xmlns:a="http://schemas.openxmlformats.org/drawingml/2006/main" prst="bentConnector3">
            <a:avLst>
              <a:gd name="adj1" fmla="val 50000"/>
            </a:avLst>
          </a:prstGeom>
          <a:ln xmlns:a="http://schemas.openxmlformats.org/drawingml/2006/main" w="19050">
            <a:solidFill>
              <a:srgbClr val="D6A62E"/>
            </a:solidFill>
            <a:prstDash val="solid"/>
            <a:tailEnd type="triangle" w="sm" len="sm"/>
          </a:ln>
        </p:spPr>
      </p:cxnSp>
      <p:cxnSp>
        <p:nvCxnSpPr>
          <p:cNvPr id="37" name=""/>
          <p:cNvCxnSpPr>
            <a:stCxn xmlns:a="http://schemas.openxmlformats.org/drawingml/2006/main" id="13" idx="3"/>
            <a:endCxn xmlns:a="http://schemas.openxmlformats.org/drawingml/2006/main" id="15" idx="0"/>
          </p:cNvCxnSpPr>
          <p:nvPr/>
        </p:nvCxnSpPr>
        <p:spPr>
          <a:xfrm xmlns:a="http://schemas.openxmlformats.org/drawingml/2006/main">
            <a:off x="10172700" y="2486025"/>
            <a:ext cx="676275" cy="523875"/>
          </a:xfrm>
          <a:prstGeom xmlns:a="http://schemas.openxmlformats.org/drawingml/2006/main" prst="bentConnector2">
            <a:avLst/>
          </a:prstGeom>
          <a:ln xmlns:a="http://schemas.openxmlformats.org/drawingml/2006/main" w="19050">
            <a:solidFill>
              <a:srgbClr val="C74634"/>
            </a:solidFill>
            <a:prstDash val="solid"/>
            <a:tailEnd type="triangle" w="sm" len="sm"/>
          </a:ln>
        </p:spPr>
      </p:cxnSp>
      <p:cxnSp>
        <p:nvCxnSpPr>
          <p:cNvPr id="38" name=""/>
          <p:cNvCxnSpPr>
            <a:stCxn xmlns:a="http://schemas.openxmlformats.org/drawingml/2006/main" id="14" idx="3"/>
            <a:endCxn xmlns:a="http://schemas.openxmlformats.org/drawingml/2006/main" id="15" idx="2"/>
          </p:cNvCxnSpPr>
          <p:nvPr/>
        </p:nvCxnSpPr>
        <p:spPr>
          <a:xfrm xmlns:a="http://schemas.openxmlformats.org/drawingml/2006/main" flipV="1">
            <a:off x="10172700" y="4000500"/>
            <a:ext cx="676275" cy="228600"/>
          </a:xfrm>
          <a:prstGeom xmlns:a="http://schemas.openxmlformats.org/drawingml/2006/main" prst="bentConnector4">
            <a:avLst/>
          </a:prstGeom>
          <a:ln xmlns:a="http://schemas.openxmlformats.org/drawingml/2006/main" w="19050">
            <a:solidFill>
              <a:srgbClr val="D6A62E"/>
            </a:solidFill>
            <a:prstDash val="solid"/>
            <a:tailEnd type="triangle" w="sm" len="sm"/>
          </a:ln>
        </p:spPr>
      </p:cxnSp>
      <p:sp>
        <p:nvSpPr>
          <p:cNvPr id="22" name="Evidence boundary">
            <a:extLst xmlns:a="http://schemas.openxmlformats.org/drawingml/2006/main">
              <a:ext uri="{FF2B5EF4-FFF2-40B4-BE49-F238E27FC236}">
                <a16:creationId xmlns:a16="http://schemas.microsoft.com/office/drawing/2014/main" id="{8D9A912E-7976-483B-B95A-8D26F8E16276}"/>
              </a:ext>
            </a:extLst>
          </p:cNvPr>
          <p:cNvSpPr>
            <a:spLocks xmlns:a="http://schemas.openxmlformats.org/drawingml/2006/main" noGrp="1"/>
          </p:cNvSpPr>
          <p:nvPr/>
        </p:nvSpPr>
        <p:spPr>
          <a:xfrm xmlns:a="http://schemas.openxmlformats.org/drawingml/2006/main">
            <a:off x="4810125" y="4953000"/>
            <a:ext cx="6410325" cy="381000"/>
          </a:xfrm>
          <a:prstGeom xmlns:a="http://schemas.openxmlformats.org/drawingml/2006/main" prst="roundRect">
            <a:avLst>
              <a:gd name="adj" fmla="val 30000"/>
            </a:avLst>
          </a:prstGeom>
          <a:solidFill xmlns:a="http://schemas.openxmlformats.org/drawingml/2006/main">
            <a:srgbClr val="E8F1F0"/>
          </a:solidFill>
          <a:ln xmlns:a="http://schemas.openxmlformats.org/drawingml/2006/main" w="11906">
            <a:solidFill>
              <a:srgbClr val="89B2B0"/>
            </a:solid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7484A"/>
                </a:solidFill>
              </a:defRPr>
            </a:pPr>
            <a:r>
              <a:rPr sz="825" b="1">
                <a:solidFill>
                  <a:srgbClr val="17484A"/>
                </a:solidFill>
              </a:rPr>
              <a:t>CODE-BACKED + LOCALLY VERIFIED  ·  Live OCI, Windows host and Splunk HEC require an approved canary</a:t>
            </a:r>
          </a:p>
        </p:txBody>
      </p:sp>
    </p:spTree>
    <p:extLst>
      <p:ext uri="{BB962C8B-B14F-4D97-AF65-F5344CB8AC3E}">
        <p14:creationId xmlns:p14="http://schemas.microsoft.com/office/powerpoint/2010/main" val="3595530630"/>
      </p:ext>
    </p:extLst>
  </p:cSld>
</p:sld>
</file>

<file path=ppt/slides/slide3.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6F46AC37-C1A4-BF1F-046E-11D4F2036032}"/>
              </a:ext>
            </a:extLst>
          </p:cNvPr>
          <p:cNvSpPr>
            <a:spLocks xmlns:a="http://schemas.openxmlformats.org/drawingml/2006/main" noGrp="1"/>
          </p:cNvSpPr>
          <p:nvPr>
            <p:ph type="title" idx="0"/>
          </p:nvPr>
        </p:nvSpPr>
        <p:spPr>
          <a:xfrm xmlns:a="http://schemas.openxmlformats.org/drawingml/2006/main">
            <a:off x="778406" y="1123950"/>
            <a:ext cx="4941769" cy="4610100"/>
          </a:xfrm>
        </p:spPr>
        <p:txBody>
          <a:bodyPr xmlns:a="http://schemas.openxmlformats.org/drawingml/2006/main"/>
          <a:lstStyle xmlns:a="http://schemas.openxmlformats.org/drawingml/2006/main"/>
          <a:p xmlns:a="http://schemas.openxmlformats.org/drawingml/2006/main">
            <a:r>
              <a:t>Windows access</a:t>
            </a:r>
          </a:p>
          <a:p xmlns:a="http://schemas.openxmlformats.org/drawingml/2006/main">
            <a:r>
              <a:t>monitoring —</a:t>
            </a:r>
          </a:p>
          <a:p xmlns:a="http://schemas.openxmlformats.org/drawingml/2006/main">
            <a:r>
              <a:t>agent to action</a:t>
            </a:r>
          </a:p>
        </p:txBody>
      </p:sp>
      <p:sp>
        <p:nvSpPr>
          <p:cNvPr id="5" name="Text Placeholder 4">
            <a:extLst xmlns:a="http://schemas.openxmlformats.org/drawingml/2006/main">
              <a:ext uri="{FF2B5EF4-FFF2-40B4-BE49-F238E27FC236}">
                <a16:creationId xmlns:a16="http://schemas.microsoft.com/office/drawing/2014/main" id="{5B7CDEE5-BD11-6463-5A26-C5F1F95771CB}"/>
              </a:ext>
            </a:extLst>
          </p:cNvPr>
          <p:cNvSpPr>
            <a:spLocks xmlns:a="http://schemas.openxmlformats.org/drawingml/2006/main" noGrp="1"/>
          </p:cNvSpPr>
          <p:nvPr>
            <p:ph type="body" idx="12"/>
          </p:nvPr>
        </p:nvSpPr>
        <p:spPr>
          <a:xfrm xmlns:a="http://schemas.openxmlformats.org/drawingml/2006/main">
            <a:off x="6095604" y="1308567"/>
            <a:ext cx="5277987" cy="1000125"/>
          </a:xfrm>
        </p:spPr>
        <p:txBody>
          <a:bodyPr xmlns:a="http://schemas.openxmlformats.org/drawingml/2006/main"/>
          <a:lstStyle xmlns:a="http://schemas.openxmlformats.org/drawingml/2006/main"/>
          <a:p xmlns:a="http://schemas.openxmlformats.org/drawingml/2006/main">
            <a:r>
              <a:t>Management Agent collects Security, System and Application logs. Ready-made content covers 4624, 4625, 4634, 4648, 4672, 4720, 4726, 4732, 4733 and 4776.</a:t>
            </a:r>
          </a:p>
        </p:txBody>
      </p:sp>
      <p:pic>
        <p:nvPicPr>
          <p:cNvPr id="21" name="Picture Placeholder 32"/>
          <p:cNvPicPr>
            <a:picLocks xmlns:a="http://schemas.openxmlformats.org/drawingml/2006/main" noChangeAspect="1"/>
          </p:cNvPicPr>
          <p:nvPr>
            <p:ph type="pic" idx="13"/>
          </p:nvPr>
        </p:nvPicPr>
        <p:blipFill rotWithShape="1">
          <a:blip xmlns:r="http://schemas.openxmlformats.org/officeDocument/2006/relationships" xmlns:a="http://schemas.openxmlformats.org/drawingml/2006/main" r:embed="Rbd2093d4454a452b">
            <a:extLst>
              <a:ext uri="{96DAC541-7B7A-43D3-8B79-37D633B846F1}">
                <asvg:svgBlip xmlns:asvg="http://schemas.microsoft.com/office/drawing/2016/SVG/main" r:embed="R80298018cac84386"/>
              </a:ext>
            </a:extLst>
          </a:blip>
          <a:srcRect xmlns:a="http://schemas.openxmlformats.org/drawingml/2006/main" l="119" t="0" r="119" b="0"/>
          <a:stretch xmlns:a="http://schemas.openxmlformats.org/drawingml/2006/main"/>
        </p:blipFill>
        <p:spPr>
          <a:xfrm xmlns:a="http://schemas.openxmlformats.org/drawingml/2006/main">
            <a:off x="6095603" y="2381250"/>
            <a:ext cx="667587" cy="667544"/>
          </a:xfrm>
        </p:spPr>
      </p:pic>
      <p:sp>
        <p:nvSpPr>
          <p:cNvPr id="7" name="Text Placeholder 6">
            <a:extLst xmlns:a="http://schemas.openxmlformats.org/drawingml/2006/main">
              <a:ext uri="{FF2B5EF4-FFF2-40B4-BE49-F238E27FC236}">
                <a16:creationId xmlns:a16="http://schemas.microsoft.com/office/drawing/2014/main" id="{E0D7F06E-76EE-9A8C-9B39-05875949FF4B}"/>
              </a:ext>
            </a:extLst>
          </p:cNvPr>
          <p:cNvSpPr>
            <a:spLocks xmlns:a="http://schemas.openxmlformats.org/drawingml/2006/main" noGrp="1"/>
          </p:cNvSpPr>
          <p:nvPr>
            <p:ph type="body" idx="14"/>
          </p:nvPr>
        </p:nvSpPr>
        <p:spPr>
          <a:xfrm xmlns:a="http://schemas.openxmlformats.org/drawingml/2006/main">
            <a:off x="7010856" y="2529168"/>
            <a:ext cx="4781861" cy="667544"/>
          </a:xfrm>
        </p:spPr>
        <p:txBody>
          <a:bodyPr xmlns:a="http://schemas.openxmlformats.org/drawingml/2006/main"/>
          <a:lstStyle xmlns:a="http://schemas.openxmlformats.org/drawingml/2006/main"/>
          <a:p xmlns:a="http://schemas.openxmlformats.org/drawingml/2006/main">
            <a:r>
              <a:t>ACCESS ANALYTICS</a:t>
            </a:r>
          </a:p>
          <a:p xmlns:a="http://schemas.openxmlformats.org/drawingml/2006/main">
            <a:r>
              <a:t>RDP, failed bursts and privileged logons.</a:t>
            </a:r>
          </a:p>
        </p:txBody>
      </p:sp>
      <p:pic>
        <p:nvPicPr>
          <p:cNvPr id="23" name="Picture Placeholder 120"/>
          <p:cNvPicPr>
            <a:picLocks xmlns:a="http://schemas.openxmlformats.org/drawingml/2006/main" noChangeAspect="1"/>
          </p:cNvPicPr>
          <p:nvPr>
            <p:ph type="pic" idx="15"/>
          </p:nvPr>
        </p:nvPicPr>
        <p:blipFill rotWithShape="1">
          <a:blip xmlns:r="http://schemas.openxmlformats.org/officeDocument/2006/relationships" xmlns:a="http://schemas.openxmlformats.org/drawingml/2006/main" r:embed="R66d35937bdad40ec">
            <a:extLst>
              <a:ext uri="{96DAC541-7B7A-43D3-8B79-37D633B846F1}">
                <asvg:svgBlip xmlns:asvg="http://schemas.microsoft.com/office/drawing/2016/SVG/main" r:embed="R1449c8f0cc914396"/>
              </a:ext>
            </a:extLst>
          </a:blip>
          <a:srcRect xmlns:a="http://schemas.openxmlformats.org/drawingml/2006/main" l="119" t="0" r="119" b="0"/>
          <a:stretch xmlns:a="http://schemas.openxmlformats.org/drawingml/2006/main"/>
        </p:blipFill>
        <p:spPr>
          <a:xfrm xmlns:a="http://schemas.openxmlformats.org/drawingml/2006/main">
            <a:off x="6095603" y="3429001"/>
            <a:ext cx="667587" cy="667544"/>
          </a:xfrm>
        </p:spPr>
      </p:pic>
      <p:sp>
        <p:nvSpPr>
          <p:cNvPr id="9" name="Text Placeholder 8">
            <a:extLst xmlns:a="http://schemas.openxmlformats.org/drawingml/2006/main">
              <a:ext uri="{FF2B5EF4-FFF2-40B4-BE49-F238E27FC236}">
                <a16:creationId xmlns:a16="http://schemas.microsoft.com/office/drawing/2014/main" id="{4A137280-0F0B-3125-5F5A-B90CCA9AE0D6}"/>
              </a:ext>
            </a:extLst>
          </p:cNvPr>
          <p:cNvSpPr>
            <a:spLocks xmlns:a="http://schemas.openxmlformats.org/drawingml/2006/main" noGrp="1"/>
          </p:cNvSpPr>
          <p:nvPr>
            <p:ph type="body" idx="16"/>
          </p:nvPr>
        </p:nvSpPr>
        <p:spPr>
          <a:xfrm xmlns:a="http://schemas.openxmlformats.org/drawingml/2006/main">
            <a:off x="7010856" y="3576918"/>
            <a:ext cx="4781861" cy="667544"/>
          </a:xfrm>
        </p:spPr>
        <p:txBody>
          <a:bodyPr xmlns:a="http://schemas.openxmlformats.org/drawingml/2006/main"/>
          <a:lstStyle xmlns:a="http://schemas.openxmlformats.org/drawingml/2006/main"/>
          <a:p xmlns:a="http://schemas.openxmlformats.org/drawingml/2006/main">
            <a:r>
              <a:t>ACCOUNT CHANGES</a:t>
            </a:r>
            <a:endParaRPr/>
          </a:p>
          <a:p xmlns:a="http://schemas.openxmlformats.org/drawingml/2006/main">
            <a:r>
              <a:t>New or deleted users and privileged-group membership.</a:t>
            </a:r>
            <a:endParaRPr/>
          </a:p>
        </p:txBody>
      </p:sp>
      <p:pic>
        <p:nvPicPr>
          <p:cNvPr id="25" name="Picture Placeholder 104"/>
          <p:cNvPicPr>
            <a:picLocks xmlns:a="http://schemas.openxmlformats.org/drawingml/2006/main" noChangeAspect="1"/>
          </p:cNvPicPr>
          <p:nvPr>
            <p:ph type="pic" idx="17"/>
          </p:nvPr>
        </p:nvPicPr>
        <p:blipFill rotWithShape="1">
          <a:blip xmlns:r="http://schemas.openxmlformats.org/officeDocument/2006/relationships" xmlns:a="http://schemas.openxmlformats.org/drawingml/2006/main" r:embed="R370ca01c29824544">
            <a:extLst>
              <a:ext uri="{96DAC541-7B7A-43D3-8B79-37D633B846F1}">
                <asvg:svgBlip xmlns:asvg="http://schemas.microsoft.com/office/drawing/2016/SVG/main" r:embed="R2802b2d1392949fa"/>
              </a:ext>
            </a:extLst>
          </a:blip>
          <a:srcRect xmlns:a="http://schemas.openxmlformats.org/drawingml/2006/main" l="119" t="0" r="119" b="0"/>
          <a:stretch xmlns:a="http://schemas.openxmlformats.org/drawingml/2006/main"/>
        </p:blipFill>
        <p:spPr>
          <a:xfrm xmlns:a="http://schemas.openxmlformats.org/drawingml/2006/main">
            <a:off x="6095603" y="4476751"/>
            <a:ext cx="667587" cy="667544"/>
          </a:xfrm>
        </p:spPr>
      </p:pic>
      <p:sp>
        <p:nvSpPr>
          <p:cNvPr id="11" name="Text Placeholder 10">
            <a:extLst xmlns:a="http://schemas.openxmlformats.org/drawingml/2006/main">
              <a:ext uri="{FF2B5EF4-FFF2-40B4-BE49-F238E27FC236}">
                <a16:creationId xmlns:a16="http://schemas.microsoft.com/office/drawing/2014/main" id="{B2A91D75-401C-0B6A-E5B8-B735F8D2EEC5}"/>
              </a:ext>
            </a:extLst>
          </p:cNvPr>
          <p:cNvSpPr>
            <a:spLocks xmlns:a="http://schemas.openxmlformats.org/drawingml/2006/main" noGrp="1"/>
          </p:cNvSpPr>
          <p:nvPr>
            <p:ph type="body" idx="18"/>
          </p:nvPr>
        </p:nvSpPr>
        <p:spPr>
          <a:xfrm xmlns:a="http://schemas.openxmlformats.org/drawingml/2006/main">
            <a:off x="7010856" y="4624668"/>
            <a:ext cx="4781861" cy="667544"/>
          </a:xfrm>
        </p:spPr>
        <p:txBody>
          <a:bodyPr xmlns:a="http://schemas.openxmlformats.org/drawingml/2006/main"/>
          <a:lstStyle xmlns:a="http://schemas.openxmlformats.org/drawingml/2006/main"/>
          <a:p xmlns:a="http://schemas.openxmlformats.org/drawingml/2006/main">
            <a:r>
              <a:t>OPERATIONS</a:t>
            </a:r>
            <a:endParaRPr/>
          </a:p>
          <a:p xmlns:a="http://schemas.openxmlformats.org/drawingml/2006/main">
            <a:r>
              <a:t>Saved searches, dashboards, alerts, evidence and rollback.</a:t>
            </a:r>
            <a:endParaRPr/>
          </a:p>
        </p:txBody>
      </p:sp>
      <p:sp>
        <p:nvSpPr>
          <p:cNvPr id="15" name="Footer Placeholder 14">
            <a:extLst xmlns:a="http://schemas.openxmlformats.org/drawingml/2006/main">
              <a:ext uri="{FF2B5EF4-FFF2-40B4-BE49-F238E27FC236}">
                <a16:creationId xmlns:a16="http://schemas.microsoft.com/office/drawing/2014/main" id="{66CE4A1A-CC17-FFC6-3DCA-15ED49DBEF1A}"/>
              </a:ext>
            </a:extLst>
          </p:cNvPr>
          <p:cNvSpPr>
            <a:spLocks xmlns:a="http://schemas.openxmlformats.org/drawingml/2006/main" noGrp="1"/>
          </p:cNvSpPr>
          <p:nvPr>
            <p:ph type="ftr" idx="20"/>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a:t>
            </a:r>
            <a:endParaRPr/>
          </a:p>
        </p:txBody>
      </p:sp>
      <p:sp>
        <p:nvSpPr>
          <p:cNvPr id="14" name="Slide Number Placeholder 13">
            <a:extLst xmlns:a="http://schemas.openxmlformats.org/drawingml/2006/main">
              <a:ext uri="{FF2B5EF4-FFF2-40B4-BE49-F238E27FC236}">
                <a16:creationId xmlns:a16="http://schemas.microsoft.com/office/drawing/2014/main" id="{7F0AD3F5-5076-9C35-335C-4D7A1931896F}"/>
              </a:ext>
            </a:extLst>
          </p:cNvPr>
          <p:cNvSpPr>
            <a:spLocks xmlns:a="http://schemas.openxmlformats.org/drawingml/2006/main" noGrp="1"/>
          </p:cNvSpPr>
          <p:nvPr>
            <p:ph type="sldNum" idx="21"/>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202359C0-8A7A-196E-DD58-8E6569619F09}" type="slidenum">
              <a:t>3</a:t>
            </a:fld>
            <a:endParaRPr/>
          </a:p>
        </p:txBody>
      </p:sp>
    </p:spTree>
    <p:extLst>
      <p:ext uri="{BB962C8B-B14F-4D97-AF65-F5344CB8AC3E}">
        <p14:creationId xmlns:p14="http://schemas.microsoft.com/office/powerpoint/2010/main" val="346520909"/>
      </p:ext>
    </p:extLst>
  </p:cSld>
</p:sld>
</file>

<file path=ppt/slides/slide4.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8AC033-04E5-66AD-1555-C279CFD7E3F9}"/>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Retention cost follows data value and temperature</a:t>
            </a:r>
          </a:p>
        </p:txBody>
      </p:sp>
      <p:sp>
        <p:nvSpPr>
          <p:cNvPr id="3" name="Footer Placeholder 2">
            <a:extLst xmlns:a="http://schemas.openxmlformats.org/drawingml/2006/main">
              <a:ext uri="{FF2B5EF4-FFF2-40B4-BE49-F238E27FC236}">
                <a16:creationId xmlns:a16="http://schemas.microsoft.com/office/drawing/2014/main" id="{9F02E041-8057-AB54-B6DD-8AEFECA62BDB}"/>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a:t>
            </a:r>
            <a:endParaRPr/>
          </a:p>
        </p:txBody>
      </p:sp>
      <p:sp>
        <p:nvSpPr>
          <p:cNvPr id="6" name="Slide Number Placeholder 5">
            <a:extLst xmlns:a="http://schemas.openxmlformats.org/drawingml/2006/main">
              <a:ext uri="{FF2B5EF4-FFF2-40B4-BE49-F238E27FC236}">
                <a16:creationId xmlns:a16="http://schemas.microsoft.com/office/drawing/2014/main" id="{5785BB07-F68C-E7A9-7754-AF872FD5A44F}"/>
              </a:ext>
            </a:extLst>
          </p:cNvPr>
          <p:cNvSpPr>
            <a:spLocks xmlns:a="http://schemas.openxmlformats.org/drawingml/2006/main" noGrp="1"/>
          </p:cNvSpPr>
          <p:nvPr>
            <p:ph type="sldNum" idx="12"/>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EFD6AB9A-5F9E-5F59-51AB-3C8734130965}" type="slidenum">
              <a:t>4</a:t>
            </a:fld>
            <a:endParaRPr/>
          </a:p>
        </p:txBody>
      </p:sp>
      <p:graphicFrame>
        <p:nvGraphicFramePr>
          <p:cNvPr id="33" name="Table 26"/>
          <p:cNvGraphicFramePr/>
          <p:nvPr/>
        </p:nvGraphicFramePr>
        <p:xfrm>
          <a:off xmlns:a="http://schemas.openxmlformats.org/drawingml/2006/main" x="792460" y="1325903"/>
          <a:ext xmlns:a="http://schemas.openxmlformats.org/drawingml/2006/main" cx="7132320" cy="4679176"/>
        </p:xfrm>
        <a:graphic xmlns:a="http://schemas.openxmlformats.org/drawingml/2006/main">
          <a:graphicData uri="http://schemas.openxmlformats.org/drawingml/2006/table">
            <a:tbl>
              <a:tblPr firstRow="1" bandRow="1">
                <a:tableStyleId>{073A0DAA-6AF3-43AB-8588-CEC1D06C72B9}</a:tableStyleId>
              </a:tblPr>
              <a:tblGrid>
                <a:gridCol w="3108960"/>
                <a:gridCol w="914400"/>
                <a:gridCol w="3108960"/>
              </a:tblGrid>
              <a:tr h="396726">
                <a:tc>
                  <a:txBody>
                    <a:bodyPr/>
                    <a:lstStyle/>
                    <a:p>
                      <a:pPr marL="0" marR="0" lvl="0" indent="0" algn="l" defTabSz="914400">
                        <a:lnSpc>
                          <a:spcPct val="100000"/>
                        </a:lnSpc>
                        <a:spcBef>
                          <a:spcPts val="0"/>
                        </a:spcBef>
                        <a:spcAft>
                          <a:spcPts val="0"/>
                        </a:spcAft>
                        <a:buClrTx/>
                        <a:buSzTx/>
                        <a:buFontTx/>
                        <a:buNone/>
                      </a:pPr>
                      <a:r>
                        <a:rPr sz="1200" b="1" i="0" u="none" cap="none" spc="0">
                          <a:ln>
                            <a:noFill/>
                          </a:ln>
                          <a:solidFill>
                            <a:srgbClr val="2A2F2F"/>
                          </a:solidFill>
                          <a:latin typeface="Oracle Sans Tab"/>
                          <a:ea typeface="Oracle Sans Tab"/>
                          <a:cs typeface="Oracle Sans Tab"/>
                        </a:rPr>
                        <a:t>Data posture</a:t>
                      </a:r>
                    </a:p>
                  </a:txBody>
                  <a:tcPr marL="0" marR="0" marT="45720" marB="45720" anchor="ctr">
                    <a:lnL w="12700" cmpd="sng">
                      <a:noFill/>
                    </a:lnL>
                    <a:lnR w="12700" cmpd="sng">
                      <a:noFill/>
                    </a:lnR>
                    <a:lnT w="12700" cmpd="sng">
                      <a:noFill/>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200" b="1">
                          <a:solidFill>
                            <a:srgbClr val="2A2F2F"/>
                          </a:solidFill>
                        </a:rPr>
                        <a:t/>
                      </a:r>
                      <a:endParaRPr sz="1200" b="1" i="0" u="none" kern="1200" cap="none" spc="0" baseline="0">
                        <a:ln>
                          <a:noFill/>
                        </a:ln>
                        <a:solidFill>
                          <a:schemeClr val="tx1"/>
                        </a:solidFill>
                        <a:latin typeface="Oracle Sans Tab"/>
                        <a:ea typeface="Oracle Sans Tab"/>
                        <a:cs typeface="Oracle Sans Tab"/>
                      </a:endParaRPr>
                    </a:p>
                  </a:txBody>
                  <a:tcPr marL="0" marR="0" marT="45720" marB="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200" b="1" i="0" u="none" cap="none" spc="0">
                          <a:ln>
                            <a:noFill/>
                          </a:ln>
                          <a:solidFill>
                            <a:srgbClr val="2A2F2F"/>
                          </a:solidFill>
                          <a:latin typeface="Oracle Sans Tab"/>
                          <a:ea typeface="Oracle Sans Tab"/>
                          <a:cs typeface="Oracle Sans Tab"/>
                        </a:rPr>
                        <a:t>Governed action</a:t>
                      </a:r>
                    </a:p>
                  </a:txBody>
                  <a:tcPr marL="0" marR="0" marT="45720" marB="45720" anchor="ctr">
                    <a:lnL w="12700" cmpd="sng">
                      <a:noFill/>
                    </a:lnL>
                    <a:lnR w="12700" cmpd="sng">
                      <a:noFill/>
                    </a:lnR>
                    <a:lnT w="12700" cmpd="sng">
                      <a:noFill/>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pPr marL="0" marR="0" lvl="0" indent="0" algn="l" defTabSz="914400">
                        <a:lnSpc>
                          <a:spcPts val="1600"/>
                        </a:lnSpc>
                        <a:spcBef>
                          <a:spcPts val="0"/>
                        </a:spcBef>
                        <a:spcAft>
                          <a:spcPts val="0"/>
                        </a:spcAft>
                        <a:buClrTx/>
                        <a:buSzTx/>
                        <a:buFontTx/>
                        <a:buNone/>
                      </a:pPr>
                      <a:r>
                        <a:rPr sz="975" b="1" i="0">
                          <a:solidFill>
                            <a:srgbClr val="2A2F2F"/>
                          </a:solidFill>
                          <a:latin typeface="Oracle Sans Tab"/>
                          <a:ea typeface="Oracle Sans Tab"/>
                          <a:cs typeface="Oracle Sans Tab"/>
                        </a:rPr>
                        <a:t>Daily investigations</a:t>
                      </a:r>
                      <a:endParaRPr sz="1100" b="0" i="0" kern="1200">
                        <a:solidFill>
                          <a:schemeClr val="tx1"/>
                        </a:solidFill>
                        <a:latin typeface="Oracle Sans Tab"/>
                        <a:ea typeface="Oracle Sans Tab"/>
                        <a:cs typeface="Oracle Sans Tab"/>
                      </a:endParaRP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975" b="0">
                          <a:solidFill>
                            <a:srgbClr val="2A2F2F"/>
                          </a:solidFill>
                        </a:rPr>
                        <a:t/>
                      </a:r>
                      <a:endParaRPr sz="1100" b="0" i="0" kern="1200">
                        <a:solidFill>
                          <a:schemeClr val="tx1"/>
                        </a:solidFill>
                        <a:latin typeface="Oracle Sans Tab"/>
                        <a:ea typeface="Oracle Sans Tab"/>
                        <a:cs typeface="Oracle Sans Tab"/>
                      </a:endParaRPr>
                    </a:p>
                  </a:txBody>
                  <a:tcPr marL="0" marR="0" marT="45720" marB="4572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algn="l" defTabSz="914400">
                        <a:lnSpc>
                          <a:spcPts val="1600"/>
                        </a:lnSpc>
                        <a:buNone/>
                      </a:pPr>
                      <a:r>
                        <a:rPr sz="975" b="0" i="0">
                          <a:solidFill>
                            <a:srgbClr val="2A2F2F"/>
                          </a:solidFill>
                          <a:latin typeface="Oracle Sans Tab"/>
                          <a:ea typeface="Oracle Sans Tab"/>
                          <a:cs typeface="Oracle Sans Tab"/>
                        </a:rPr>
                        <a:t>Active storage — immediately searchable</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pPr marL="0" marR="0" lvl="0" indent="0" algn="l" defTabSz="914400">
                        <a:lnSpc>
                          <a:spcPts val="1600"/>
                        </a:lnSpc>
                        <a:spcBef>
                          <a:spcPts val="0"/>
                        </a:spcBef>
                        <a:spcAft>
                          <a:spcPts val="0"/>
                        </a:spcAft>
                        <a:buClrTx/>
                        <a:buSzTx/>
                        <a:buFontTx/>
                        <a:buNone/>
                      </a:pPr>
                      <a:r>
                        <a:rPr sz="975" b="1" i="0">
                          <a:solidFill>
                            <a:srgbClr val="2A2F2F"/>
                          </a:solidFill>
                          <a:latin typeface="Oracle Sans Tab"/>
                          <a:ea typeface="Oracle Sans Tab"/>
                          <a:cs typeface="Oracle Sans Tab"/>
                        </a:rPr>
                        <a:t>Older evidence</a:t>
                      </a:r>
                      <a:endParaRPr sz="1100" b="0" i="0" kern="1200">
                        <a:solidFill>
                          <a:schemeClr val="tx1"/>
                        </a:solidFill>
                        <a:latin typeface="Oracle Sans Tab"/>
                        <a:ea typeface="Oracle Sans Tab"/>
                        <a:cs typeface="Oracle Sans Tab"/>
                      </a:endParaRP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975" b="0">
                          <a:solidFill>
                            <a:srgbClr val="2A2F2F"/>
                          </a:solidFill>
                        </a:rPr>
                        <a:t/>
                      </a:r>
                      <a:endParaRPr sz="1100" b="0" i="0" kern="1200">
                        <a:solidFill>
                          <a:schemeClr val="tx1"/>
                        </a:solidFill>
                        <a:latin typeface="Oracle Sans Tab"/>
                        <a:ea typeface="Oracle Sans Tab"/>
                        <a:cs typeface="Oracle Sans Tab"/>
                      </a:endParaRPr>
                    </a:p>
                  </a:txBody>
                  <a:tcPr marL="0" marR="0" marT="45720" marB="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l" defTabSz="914400">
                        <a:lnSpc>
                          <a:spcPts val="1600"/>
                        </a:lnSpc>
                        <a:buNone/>
                      </a:pPr>
                      <a:r>
                        <a:rPr sz="975" b="0" i="0">
                          <a:solidFill>
                            <a:srgbClr val="2A2F2F"/>
                          </a:solidFill>
                          <a:latin typeface="Oracle Sans Tab"/>
                          <a:ea typeface="Oracle Sans Tab"/>
                          <a:cs typeface="Oracle Sans Tab"/>
                        </a:rPr>
                        <a:t>Native archive — recall, analyze, release</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pPr marL="0" marR="0" lvl="0" indent="0" algn="l" defTabSz="914400">
                        <a:lnSpc>
                          <a:spcPts val="1600"/>
                        </a:lnSpc>
                        <a:spcBef>
                          <a:spcPts val="0"/>
                        </a:spcBef>
                        <a:spcAft>
                          <a:spcPts val="0"/>
                        </a:spcAft>
                        <a:buClrTx/>
                        <a:buSzTx/>
                        <a:buFontTx/>
                        <a:buNone/>
                      </a:pPr>
                      <a:r>
                        <a:rPr sz="975" b="1" i="0">
                          <a:solidFill>
                            <a:srgbClr val="2A2F2F"/>
                          </a:solidFill>
                          <a:latin typeface="Oracle Sans Tab"/>
                          <a:ea typeface="Oracle Sans Tab"/>
                          <a:cs typeface="Oracle Sans Tab"/>
                        </a:rPr>
                        <a:t>Very cold copy</a:t>
                      </a:r>
                      <a:endParaRPr sz="1100" b="0" i="0" kern="1200">
                        <a:solidFill>
                          <a:schemeClr val="tx1"/>
                        </a:solidFill>
                        <a:latin typeface="Oracle Sans Tab"/>
                        <a:ea typeface="Oracle Sans Tab"/>
                        <a:cs typeface="Oracle Sans Tab"/>
                      </a:endParaRP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975" b="0">
                          <a:solidFill>
                            <a:srgbClr val="2A2F2F"/>
                          </a:solidFill>
                        </a:rPr>
                        <a:t/>
                      </a:r>
                      <a:endParaRPr sz="1100" b="0" i="0" kern="1200">
                        <a:solidFill>
                          <a:schemeClr val="tx1"/>
                        </a:solidFill>
                        <a:latin typeface="Oracle Sans Tab"/>
                        <a:ea typeface="Oracle Sans Tab"/>
                        <a:cs typeface="Oracle Sans Tab"/>
                      </a:endParaRPr>
                    </a:p>
                  </a:txBody>
                  <a:tcPr marL="0" marR="0" marT="45720" marB="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l" defTabSz="914400">
                        <a:lnSpc>
                          <a:spcPts val="1600"/>
                        </a:lnSpc>
                        <a:buNone/>
                      </a:pPr>
                      <a:r>
                        <a:rPr sz="975" b="0" i="0">
                          <a:solidFill>
                            <a:srgbClr val="2A2F2F"/>
                          </a:solidFill>
                          <a:latin typeface="Oracle Sans Tab"/>
                          <a:ea typeface="Oracle Sans Tab"/>
                          <a:cs typeface="Oracle Sans Tab"/>
                        </a:rPr>
                        <a:t>Object Storage Archive — separate restore path</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pPr marL="0" marR="0" lvl="0" indent="0" algn="l" defTabSz="914400">
                        <a:lnSpc>
                          <a:spcPts val="1600"/>
                        </a:lnSpc>
                        <a:spcBef>
                          <a:spcPts val="0"/>
                        </a:spcBef>
                        <a:spcAft>
                          <a:spcPts val="0"/>
                        </a:spcAft>
                        <a:buClrTx/>
                        <a:buSzTx/>
                        <a:buFontTx/>
                        <a:buNone/>
                      </a:pPr>
                      <a:r>
                        <a:rPr sz="975" b="1" i="0">
                          <a:solidFill>
                            <a:srgbClr val="2A2F2F"/>
                          </a:solidFill>
                          <a:latin typeface="Oracle Sans Tab"/>
                          <a:ea typeface="Oracle Sans Tab"/>
                          <a:cs typeface="Oracle Sans Tab"/>
                        </a:rPr>
                        <a:t>Raw SIEM parity</a:t>
                      </a:r>
                      <a:endParaRPr sz="1100" b="0" i="0" kern="1200">
                        <a:solidFill>
                          <a:schemeClr val="tx1"/>
                        </a:solidFill>
                        <a:latin typeface="Oracle Sans Tab"/>
                        <a:ea typeface="Oracle Sans Tab"/>
                        <a:cs typeface="Oracle Sans Tab"/>
                      </a:endParaRP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975" b="0">
                          <a:solidFill>
                            <a:srgbClr val="2A2F2F"/>
                          </a:solidFill>
                        </a:rPr>
                        <a:t/>
                      </a:r>
                      <a:endParaRPr sz="1100" b="0" i="0" kern="1200">
                        <a:solidFill>
                          <a:schemeClr val="tx1"/>
                        </a:solidFill>
                        <a:latin typeface="Oracle Sans Tab"/>
                        <a:ea typeface="Oracle Sans Tab"/>
                        <a:cs typeface="Oracle Sans Tab"/>
                      </a:endParaRPr>
                    </a:p>
                  </a:txBody>
                  <a:tcPr marL="0" marR="0" marT="45720" marB="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l" defTabSz="914400">
                        <a:lnSpc>
                          <a:spcPts val="1600"/>
                        </a:lnSpc>
                        <a:buNone/>
                      </a:pPr>
                      <a:r>
                        <a:rPr sz="975" b="0" i="0">
                          <a:solidFill>
                            <a:srgbClr val="2A2F2F"/>
                          </a:solidFill>
                          <a:latin typeface="Oracle Sans Tab"/>
                          <a:ea typeface="Oracle Sans Tab"/>
                          <a:cs typeface="Oracle Sans Tab"/>
                        </a:rPr>
                        <a:t>Mode 1 — duplicate approved raw sources</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pPr marL="0" marR="0" lvl="0" indent="0" algn="l" defTabSz="914400">
                        <a:lnSpc>
                          <a:spcPts val="1600"/>
                        </a:lnSpc>
                        <a:spcBef>
                          <a:spcPts val="0"/>
                        </a:spcBef>
                        <a:spcAft>
                          <a:spcPts val="0"/>
                        </a:spcAft>
                        <a:buClrTx/>
                        <a:buSzTx/>
                        <a:buFontTx/>
                        <a:buNone/>
                      </a:pPr>
                      <a:r>
                        <a:rPr sz="975" b="1" i="0">
                          <a:solidFill>
                            <a:srgbClr val="2A2F2F"/>
                          </a:solidFill>
                          <a:latin typeface="Oracle Sans Tab"/>
                          <a:ea typeface="Oracle Sans Tab"/>
                          <a:cs typeface="Oracle Sans Tab"/>
                        </a:rPr>
                        <a:t>Curated security signal</a:t>
                      </a:r>
                      <a:endParaRPr sz="1100" b="0" i="0" kern="1200">
                        <a:solidFill>
                          <a:schemeClr val="tx1"/>
                        </a:solidFill>
                        <a:latin typeface="Oracle Sans Tab"/>
                        <a:ea typeface="Oracle Sans Tab"/>
                        <a:cs typeface="Oracle Sans Tab"/>
                      </a:endParaRPr>
                    </a:p>
                  </a:txBody>
                  <a:tcPr marL="0" marR="0" marT="45720" marB="45720" anchor="ctr">
                    <a:lnL w="12700" cmpd="sng">
                      <a:noFill/>
                    </a:lnL>
                    <a:lnR w="12700" cmpd="sng">
                      <a:noFill/>
                    </a:lnR>
                    <a:lnT w="12700" cmpd="sng">
                      <a:solidFill>
                        <a:srgbClr val="8B8580"/>
                      </a:solidFill>
                      <a:prstDash val="solid"/>
                    </a:lnT>
                    <a:lnB w="28575" cmpd="sng">
                      <a:noFill/>
                      <a:prstDash val="solid"/>
                    </a:lnB>
                    <a:lnTlToBr w="12700" cmpd="sng">
                      <a:noFill/>
                      <a:prstDash val="solid"/>
                    </a:lnTlToBr>
                    <a:lnBlToTr w="12700" cmpd="sng">
                      <a:noFill/>
                      <a:prstDash val="solid"/>
                    </a:lnBlToTr>
                    <a:noFill/>
                  </a:tcPr>
                </a:tc>
                <a:tc>
                  <a:txBody>
                    <a:bodyPr/>
                    <a:lstStyle/>
                    <a:p>
                      <a:r>
                        <a:rPr sz="975" b="0">
                          <a:solidFill>
                            <a:srgbClr val="2A2F2F"/>
                          </a:solidFill>
                        </a:rPr>
                        <a:t/>
                      </a:r>
                      <a:endParaRPr sz="1100" b="0" i="0" kern="1200">
                        <a:solidFill>
                          <a:schemeClr val="tx1"/>
                        </a:solidFill>
                        <a:latin typeface="Oracle Sans Tab"/>
                        <a:ea typeface="Oracle Sans Tab"/>
                        <a:cs typeface="Oracle Sans Tab"/>
                      </a:endParaRPr>
                    </a:p>
                  </a:txBody>
                  <a:tcPr marL="0" marR="0" marT="45720" marB="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l" defTabSz="914400">
                        <a:lnSpc>
                          <a:spcPts val="1600"/>
                        </a:lnSpc>
                        <a:buNone/>
                      </a:pPr>
                      <a:r>
                        <a:rPr sz="975" b="0" i="0">
                          <a:solidFill>
                            <a:srgbClr val="2A2F2F"/>
                          </a:solidFill>
                          <a:latin typeface="Oracle Sans Tab"/>
                          <a:ea typeface="Oracle Sans Tab"/>
                          <a:cs typeface="Oracle Sans Tab"/>
                        </a:rPr>
                        <a:t>Mode 2 — bounded detection evidence</a:t>
                      </a:r>
                    </a:p>
                  </a:txBody>
                  <a:tcPr marL="0" marR="0" marT="45720" marB="45720" anchor="ctr">
                    <a:lnL w="12700" cmpd="sng">
                      <a:noFill/>
                    </a:lnL>
                    <a:lnR w="12700" cmpd="sng">
                      <a:noFill/>
                    </a:lnR>
                    <a:lnT w="12700" cmpd="sng">
                      <a:solidFill>
                        <a:srgbClr val="8B8580"/>
                      </a:solidFill>
                      <a:prstDash val="solid"/>
                    </a:lnT>
                    <a:lnB w="28575" cmpd="sng">
                      <a:noFill/>
                      <a:prstDash val="solid"/>
                    </a:lnB>
                    <a:lnTlToBr w="12700" cmpd="sng">
                      <a:noFill/>
                      <a:prstDash val="solid"/>
                    </a:lnTlToBr>
                    <a:lnBlToTr w="12700" cmpd="sng">
                      <a:noFill/>
                      <a:prstDash val="solid"/>
                    </a:lnBlToTr>
                    <a:noFill/>
                  </a:tcPr>
                </a:tc>
              </a:tr>
            </a:tbl>
          </a:graphicData>
        </a:graphic>
      </p:graphicFrame>
      <p:cxnSp>
        <p:nvCxnSpPr>
          <p:cNvPr id="34" name="Straight Arrow Connector 13"/>
          <p:cNvCxnSpPr/>
          <p:nvPr/>
        </p:nvCxnSpPr>
        <p:spPr>
          <a:xfrm xmlns:a="http://schemas.openxmlformats.org/drawingml/2006/main" rot="0" flipH="0" flipV="0">
            <a:off x="4150598" y="2128923"/>
            <a:ext cx="386051" cy="0"/>
          </a:xfrm>
          <a:prstGeom xmlns:a="http://schemas.openxmlformats.org/drawingml/2006/main" prst="straightConnector1">
            <a:avLst/>
          </a:prstGeom>
          <a:ln xmlns:a="http://schemas.openxmlformats.org/drawingml/2006/main" w="15875" cap="rnd">
            <a:solidFill>
              <a:schemeClr val="tx1"/>
            </a:solidFill>
            <a:prstDash val="solid"/>
            <a:tailEnd type="arrow" w="med" len="sm"/>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35" name="Straight Arrow Connector 14"/>
          <p:cNvCxnSpPr/>
          <p:nvPr/>
        </p:nvCxnSpPr>
        <p:spPr>
          <a:xfrm xmlns:a="http://schemas.openxmlformats.org/drawingml/2006/main" rot="0" flipH="0" flipV="0">
            <a:off x="4150598" y="2990203"/>
            <a:ext cx="386051" cy="0"/>
          </a:xfrm>
          <a:prstGeom xmlns:a="http://schemas.openxmlformats.org/drawingml/2006/main" prst="straightConnector1">
            <a:avLst/>
          </a:prstGeom>
          <a:ln xmlns:a="http://schemas.openxmlformats.org/drawingml/2006/main" w="15875" cap="rnd">
            <a:solidFill>
              <a:schemeClr val="tx1"/>
            </a:solidFill>
            <a:prstDash val="solid"/>
            <a:tailEnd type="arrow" w="med" len="sm"/>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36" name="Straight Arrow Connector 15"/>
          <p:cNvCxnSpPr/>
          <p:nvPr/>
        </p:nvCxnSpPr>
        <p:spPr>
          <a:xfrm xmlns:a="http://schemas.openxmlformats.org/drawingml/2006/main" rot="0" flipH="0" flipV="0">
            <a:off x="4150598" y="5574042"/>
            <a:ext cx="386051" cy="0"/>
          </a:xfrm>
          <a:prstGeom xmlns:a="http://schemas.openxmlformats.org/drawingml/2006/main" prst="straightConnector1">
            <a:avLst/>
          </a:prstGeom>
          <a:ln xmlns:a="http://schemas.openxmlformats.org/drawingml/2006/main" w="15875" cap="rnd">
            <a:solidFill>
              <a:schemeClr val="tx1"/>
            </a:solidFill>
            <a:prstDash val="solid"/>
            <a:tailEnd type="arrow" w="med" len="sm"/>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37" name="Straight Arrow Connector 16"/>
          <p:cNvCxnSpPr/>
          <p:nvPr/>
        </p:nvCxnSpPr>
        <p:spPr>
          <a:xfrm xmlns:a="http://schemas.openxmlformats.org/drawingml/2006/main" rot="0" flipH="0" flipV="0">
            <a:off x="4150598" y="4712763"/>
            <a:ext cx="386051" cy="0"/>
          </a:xfrm>
          <a:prstGeom xmlns:a="http://schemas.openxmlformats.org/drawingml/2006/main" prst="straightConnector1">
            <a:avLst/>
          </a:prstGeom>
          <a:ln xmlns:a="http://schemas.openxmlformats.org/drawingml/2006/main" w="15875" cap="rnd">
            <a:solidFill>
              <a:schemeClr val="tx1"/>
            </a:solidFill>
            <a:prstDash val="solid"/>
            <a:tailEnd type="arrow" w="med" len="sm"/>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38" name="Straight Arrow Connector 17"/>
          <p:cNvCxnSpPr/>
          <p:nvPr/>
        </p:nvCxnSpPr>
        <p:spPr>
          <a:xfrm xmlns:a="http://schemas.openxmlformats.org/drawingml/2006/main" rot="0" flipH="0" flipV="0">
            <a:off x="4150598" y="3851483"/>
            <a:ext cx="386051" cy="0"/>
          </a:xfrm>
          <a:prstGeom xmlns:a="http://schemas.openxmlformats.org/drawingml/2006/main" prst="straightConnector1">
            <a:avLst/>
          </a:prstGeom>
          <a:ln xmlns:a="http://schemas.openxmlformats.org/drawingml/2006/main" w="15875" cap="rnd">
            <a:solidFill>
              <a:schemeClr val="tx1"/>
            </a:solidFill>
            <a:prstDash val="solid"/>
            <a:tailEnd type="arrow" w="med" len="sm"/>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Tree>
    <p:extLst>
      <p:ext uri="{BB962C8B-B14F-4D97-AF65-F5344CB8AC3E}">
        <p14:creationId xmlns:p14="http://schemas.microsoft.com/office/powerpoint/2010/main" val="4012524267"/>
      </p:ext>
    </p:extLst>
  </p:cSld>
</p:sld>
</file>

<file path=ppt/slides/slide5.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ABC8B0E2-9520-9DAB-3609-0E52922869BC}"/>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A controlled pilot moves from scope to proof in six steps</a:t>
            </a:r>
          </a:p>
        </p:txBody>
      </p:sp>
      <p:sp>
        <p:nvSpPr>
          <p:cNvPr id="4" name="Slide Number Placeholder 3">
            <a:extLst xmlns:a="http://schemas.openxmlformats.org/drawingml/2006/main">
              <a:ext uri="{FF2B5EF4-FFF2-40B4-BE49-F238E27FC236}">
                <a16:creationId xmlns:a16="http://schemas.microsoft.com/office/drawing/2014/main" id="{A3A77F5F-204E-33C9-3C2B-B6E56517D148}"/>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EE5B3003-2C54-13C6-9832-7637201064DE}" type="slidenum">
              <a:t>5</a:t>
            </a:fld>
            <a:endParaRPr/>
          </a:p>
        </p:txBody>
      </p:sp>
      <p:sp>
        <p:nvSpPr>
          <p:cNvPr id="3" name="Footer Placeholder 2">
            <a:extLst xmlns:a="http://schemas.openxmlformats.org/drawingml/2006/main">
              <a:ext uri="{FF2B5EF4-FFF2-40B4-BE49-F238E27FC236}">
                <a16:creationId xmlns:a16="http://schemas.microsoft.com/office/drawing/2014/main" id="{9CA7517F-E4F1-74DE-6AEE-64AC421930F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a:t>
            </a:r>
            <a:endParaRPr/>
          </a:p>
        </p:txBody>
      </p:sp>
      <p:sp>
        <p:nvSpPr>
          <p:cNvPr id="7" name="Straight Connector 6">
            <a:extLst xmlns:a="http://schemas.openxmlformats.org/drawingml/2006/main">
              <a:ext uri="{FF2B5EF4-FFF2-40B4-BE49-F238E27FC236}">
                <a16:creationId xmlns:a16="http://schemas.microsoft.com/office/drawing/2014/main" id="{BA21D7F8-9240-4CBC-BDA7-A07FC1D29C5F}"/>
              </a:ext>
            </a:extLst>
          </p:cNvPr>
          <p:cNvSpPr>
            <a:spLocks xmlns:a="http://schemas.openxmlformats.org/drawingml/2006/main" noGrp="1"/>
          </p:cNvSpPr>
          <p:nvPr/>
        </p:nvSpPr>
        <p:spPr>
          <a:xfrm xmlns:a="http://schemas.openxmlformats.org/drawingml/2006/main" rot="0" flipH="0" flipV="1">
            <a:off x="1050625" y="2023062"/>
            <a:ext cx="0" cy="149737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Text Placeholder 1">
            <a:extLst xmlns:a="http://schemas.openxmlformats.org/drawingml/2006/main">
              <a:ext uri="{FF2B5EF4-FFF2-40B4-BE49-F238E27FC236}">
                <a16:creationId xmlns:a16="http://schemas.microsoft.com/office/drawing/2014/main" id="{8F0D7682-F3B0-2488-9BE1-17DF4EB3FBBC}"/>
              </a:ext>
            </a:extLst>
          </p:cNvPr>
          <p:cNvSpPr>
            <a:spLocks xmlns:a="http://schemas.openxmlformats.org/drawingml/2006/main" noGrp="1"/>
          </p:cNvSpPr>
          <p:nvPr/>
        </p:nvSpPr>
        <p:spPr>
          <a:xfrm xmlns:a="http://schemas.openxmlformats.org/drawingml/2006/main" rot="0" flipH="0" flipV="0">
            <a:off x="1050625" y="196713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1  SCOPE</a:t>
            </a:r>
          </a:p>
          <a:p xmlns:a="http://schemas.openxmlformats.org/drawingml/2006/main">
            <a:pPr>
              <a:lnSpc>
                <a:spcPct val="100000"/>
              </a:lnSpc>
              <a:spcBef>
                <a:spcPts val="0"/>
              </a:spcBef>
              <a:buNone/>
            </a:pPr>
            <a:r>
              <a:rPr sz="1400"/>
              <a:t>Owners · sources · stop conditions</a:t>
            </a:r>
          </a:p>
        </p:txBody>
      </p:sp>
      <p:sp>
        <p:nvSpPr>
          <p:cNvPr id="10" name="Straight Connector 9">
            <a:extLst xmlns:a="http://schemas.openxmlformats.org/drawingml/2006/main">
              <a:ext uri="{FF2B5EF4-FFF2-40B4-BE49-F238E27FC236}">
                <a16:creationId xmlns:a16="http://schemas.microsoft.com/office/drawing/2014/main" id="{14636417-924D-4311-A493-92CA0D83810C}"/>
              </a:ext>
            </a:extLst>
          </p:cNvPr>
          <p:cNvSpPr>
            <a:spLocks xmlns:a="http://schemas.openxmlformats.org/drawingml/2006/main" noGrp="1"/>
          </p:cNvSpPr>
          <p:nvPr/>
        </p:nvSpPr>
        <p:spPr>
          <a:xfrm xmlns:a="http://schemas.openxmlformats.org/drawingml/2006/main" rot="0" flipH="0" flipV="1">
            <a:off x="2776670" y="3429000"/>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6" name="Text Placeholder 1">
            <a:extLst xmlns:a="http://schemas.openxmlformats.org/drawingml/2006/main">
              <a:ext uri="{FF2B5EF4-FFF2-40B4-BE49-F238E27FC236}">
                <a16:creationId xmlns:a16="http://schemas.microsoft.com/office/drawing/2014/main" id="{20D300A2-6218-2EFF-BA88-8A177A37B6B6}"/>
              </a:ext>
            </a:extLst>
          </p:cNvPr>
          <p:cNvSpPr>
            <a:spLocks xmlns:a="http://schemas.openxmlformats.org/drawingml/2006/main" noGrp="1"/>
          </p:cNvSpPr>
          <p:nvPr/>
        </p:nvSpPr>
        <p:spPr>
          <a:xfrm xmlns:a="http://schemas.openxmlformats.org/drawingml/2006/main" rot="0" flipH="0" flipV="0">
            <a:off x="2794222"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2  AUTHORIZE</a:t>
            </a:r>
          </a:p>
          <a:p xmlns:a="http://schemas.openxmlformats.org/drawingml/2006/main">
            <a:pPr>
              <a:lnSpc>
                <a:spcPct val="100000"/>
              </a:lnSpc>
              <a:spcBef>
                <a:spcPts val="0"/>
              </a:spcBef>
              <a:buNone/>
            </a:pPr>
            <a:r>
              <a:rPr sz="1400"/>
              <a:t>Least privilege · network</a:t>
            </a:r>
          </a:p>
        </p:txBody>
      </p:sp>
      <p:sp>
        <p:nvSpPr>
          <p:cNvPr id="11" name="Straight Connector 10">
            <a:extLst xmlns:a="http://schemas.openxmlformats.org/drawingml/2006/main">
              <a:ext uri="{FF2B5EF4-FFF2-40B4-BE49-F238E27FC236}">
                <a16:creationId xmlns:a16="http://schemas.microsoft.com/office/drawing/2014/main" id="{819C9BB6-02BF-49EF-8154-DC7E580748BF}"/>
              </a:ext>
            </a:extLst>
          </p:cNvPr>
          <p:cNvSpPr>
            <a:spLocks xmlns:a="http://schemas.openxmlformats.org/drawingml/2006/main" noGrp="1"/>
          </p:cNvSpPr>
          <p:nvPr/>
        </p:nvSpPr>
        <p:spPr>
          <a:xfrm xmlns:a="http://schemas.openxmlformats.org/drawingml/2006/main" rot="0" flipH="0" flipV="1">
            <a:off x="4502715" y="1967132"/>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Text Placeholder 1">
            <a:extLst xmlns:a="http://schemas.openxmlformats.org/drawingml/2006/main">
              <a:ext uri="{FF2B5EF4-FFF2-40B4-BE49-F238E27FC236}">
                <a16:creationId xmlns:a16="http://schemas.microsoft.com/office/drawing/2014/main" id="{B116CD03-750F-8CF2-E9C5-820E21F10F7D}"/>
              </a:ext>
            </a:extLst>
          </p:cNvPr>
          <p:cNvSpPr>
            <a:spLocks xmlns:a="http://schemas.openxmlformats.org/drawingml/2006/main" noGrp="1"/>
          </p:cNvSpPr>
          <p:nvPr/>
        </p:nvSpPr>
        <p:spPr>
          <a:xfrm xmlns:a="http://schemas.openxmlformats.org/drawingml/2006/main" rot="0" flipH="0" flipV="0">
            <a:off x="4502715" y="197082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3  ONBOARD</a:t>
            </a:r>
          </a:p>
          <a:p xmlns:a="http://schemas.openxmlformats.org/drawingml/2006/main">
            <a:pPr>
              <a:lnSpc>
                <a:spcPct val="100000"/>
              </a:lnSpc>
              <a:spcBef>
                <a:spcPts val="0"/>
              </a:spcBef>
              <a:buNone/>
            </a:pPr>
            <a:r>
              <a:rPr sz="1400"/>
              <a:t>OCI logs · Management Agent</a:t>
            </a:r>
          </a:p>
        </p:txBody>
      </p:sp>
      <p:sp>
        <p:nvSpPr>
          <p:cNvPr id="13" name="Straight Connector 12">
            <a:extLst xmlns:a="http://schemas.openxmlformats.org/drawingml/2006/main">
              <a:ext uri="{FF2B5EF4-FFF2-40B4-BE49-F238E27FC236}">
                <a16:creationId xmlns:a16="http://schemas.microsoft.com/office/drawing/2014/main" id="{666BBCF5-5B77-4934-87AF-EFA407CA8BA1}"/>
              </a:ext>
            </a:extLst>
          </p:cNvPr>
          <p:cNvSpPr>
            <a:spLocks xmlns:a="http://schemas.openxmlformats.org/drawingml/2006/main" noGrp="1"/>
          </p:cNvSpPr>
          <p:nvPr/>
        </p:nvSpPr>
        <p:spPr>
          <a:xfrm xmlns:a="http://schemas.openxmlformats.org/drawingml/2006/main" rot="0" flipH="0" flipV="1">
            <a:off x="7954805" y="2016035"/>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 Placeholder 1">
            <a:extLst xmlns:a="http://schemas.openxmlformats.org/drawingml/2006/main">
              <a:ext uri="{FF2B5EF4-FFF2-40B4-BE49-F238E27FC236}">
                <a16:creationId xmlns:a16="http://schemas.microsoft.com/office/drawing/2014/main" id="{13B5F750-089F-FB01-6FAD-6DED66B9BAD4}"/>
              </a:ext>
            </a:extLst>
          </p:cNvPr>
          <p:cNvSpPr>
            <a:spLocks xmlns:a="http://schemas.openxmlformats.org/drawingml/2006/main" noGrp="1"/>
          </p:cNvSpPr>
          <p:nvPr/>
        </p:nvSpPr>
        <p:spPr>
          <a:xfrm xmlns:a="http://schemas.openxmlformats.org/drawingml/2006/main" rot="0" flipH="0" flipV="0">
            <a:off x="7954805" y="196713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4  CREATE</a:t>
            </a:r>
          </a:p>
          <a:p xmlns:a="http://schemas.openxmlformats.org/drawingml/2006/main">
            <a:pPr>
              <a:lnSpc>
                <a:spcPct val="100000"/>
              </a:lnSpc>
              <a:spcBef>
                <a:spcPts val="0"/>
              </a:spcBef>
              <a:buNone/>
            </a:pPr>
            <a:r>
              <a:rPr sz="1400"/>
              <a:t>Fields · searches · dashboards</a:t>
            </a:r>
          </a:p>
        </p:txBody>
      </p:sp>
      <p:sp>
        <p:nvSpPr>
          <p:cNvPr id="12" name="Straight Connector 11">
            <a:extLst xmlns:a="http://schemas.openxmlformats.org/drawingml/2006/main">
              <a:ext uri="{FF2B5EF4-FFF2-40B4-BE49-F238E27FC236}">
                <a16:creationId xmlns:a16="http://schemas.microsoft.com/office/drawing/2014/main" id="{FF22F336-4A6A-4AD5-8004-42FE603AAA8E}"/>
              </a:ext>
            </a:extLst>
          </p:cNvPr>
          <p:cNvSpPr>
            <a:spLocks xmlns:a="http://schemas.openxmlformats.org/drawingml/2006/main" noGrp="1"/>
          </p:cNvSpPr>
          <p:nvPr/>
        </p:nvSpPr>
        <p:spPr>
          <a:xfrm xmlns:a="http://schemas.openxmlformats.org/drawingml/2006/main" rot="0" flipH="0" flipV="1">
            <a:off x="6228760" y="3197219"/>
            <a:ext cx="0" cy="1335845"/>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Text Placeholder 1">
            <a:extLst xmlns:a="http://schemas.openxmlformats.org/drawingml/2006/main">
              <a:ext uri="{FF2B5EF4-FFF2-40B4-BE49-F238E27FC236}">
                <a16:creationId xmlns:a16="http://schemas.microsoft.com/office/drawing/2014/main" id="{D58A2187-CEBA-3A56-E2C8-EC10D031CC2E}"/>
              </a:ext>
            </a:extLst>
          </p:cNvPr>
          <p:cNvSpPr>
            <a:spLocks xmlns:a="http://schemas.openxmlformats.org/drawingml/2006/main" noGrp="1"/>
          </p:cNvSpPr>
          <p:nvPr/>
        </p:nvSpPr>
        <p:spPr>
          <a:xfrm xmlns:a="http://schemas.openxmlformats.org/drawingml/2006/main" rot="0" flipH="0" flipV="0">
            <a:off x="6228759"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5  VALIDATE</a:t>
            </a:r>
          </a:p>
          <a:p xmlns:a="http://schemas.openxmlformats.org/drawingml/2006/main">
            <a:pPr>
              <a:lnSpc>
                <a:spcPct val="100000"/>
              </a:lnSpc>
              <a:spcBef>
                <a:spcPts val="0"/>
              </a:spcBef>
              <a:buNone/>
            </a:pPr>
            <a:r>
              <a:rPr sz="1400"/>
              <a:t>Offline gates · synthetic events</a:t>
            </a:r>
          </a:p>
        </p:txBody>
      </p:sp>
      <p:sp>
        <p:nvSpPr>
          <p:cNvPr id="14" name="Straight Connector 13">
            <a:extLst xmlns:a="http://schemas.openxmlformats.org/drawingml/2006/main">
              <a:ext uri="{FF2B5EF4-FFF2-40B4-BE49-F238E27FC236}">
                <a16:creationId xmlns:a16="http://schemas.microsoft.com/office/drawing/2014/main" id="{46BB9490-15F0-4B5B-A59C-A136B466CC63}"/>
              </a:ext>
            </a:extLst>
          </p:cNvPr>
          <p:cNvSpPr>
            <a:spLocks xmlns:a="http://schemas.openxmlformats.org/drawingml/2006/main" noGrp="1"/>
          </p:cNvSpPr>
          <p:nvPr/>
        </p:nvSpPr>
        <p:spPr>
          <a:xfrm xmlns:a="http://schemas.openxmlformats.org/drawingml/2006/main" rot="0" flipH="0" flipV="1">
            <a:off x="9680850" y="3429000"/>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Text Placeholder 1">
            <a:extLst xmlns:a="http://schemas.openxmlformats.org/drawingml/2006/main">
              <a:ext uri="{FF2B5EF4-FFF2-40B4-BE49-F238E27FC236}">
                <a16:creationId xmlns:a16="http://schemas.microsoft.com/office/drawing/2014/main" id="{352E93C6-296F-081A-1ED7-8EC12C3EAEE7}"/>
              </a:ext>
            </a:extLst>
          </p:cNvPr>
          <p:cNvSpPr>
            <a:spLocks xmlns:a="http://schemas.openxmlformats.org/drawingml/2006/main" noGrp="1"/>
          </p:cNvSpPr>
          <p:nvPr/>
        </p:nvSpPr>
        <p:spPr>
          <a:xfrm xmlns:a="http://schemas.openxmlformats.org/drawingml/2006/main" rot="0" flipH="0" flipV="0">
            <a:off x="9680850"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6  CANARY</a:t>
            </a:r>
          </a:p>
          <a:p xmlns:a="http://schemas.openxmlformats.org/drawingml/2006/main">
            <a:pPr>
              <a:lnSpc>
                <a:spcPct val="100000"/>
              </a:lnSpc>
              <a:spcBef>
                <a:spcPts val="0"/>
              </a:spcBef>
              <a:buNone/>
            </a:pPr>
            <a:r>
              <a:rPr sz="1400"/>
              <a:t>Approved OCI + Splunk proof</a:t>
            </a:r>
          </a:p>
        </p:txBody>
      </p:sp>
      <p:sp>
        <p:nvSpPr>
          <p:cNvPr id="81" name="Graphic 78">
            <a:extLst xmlns:a="http://schemas.openxmlformats.org/drawingml/2006/main">
              <a:ext uri="{FF2B5EF4-FFF2-40B4-BE49-F238E27FC236}">
                <a16:creationId xmlns:a16="http://schemas.microsoft.com/office/drawing/2014/main" id="{E80E9854-ACB0-FA78-B447-080F8FAE86E2}"/>
              </a:ext>
            </a:extLst>
          </p:cNvPr>
          <p:cNvSpPr>
            <a:spLocks xmlns:a="http://schemas.openxmlformats.org/drawingml/2006/main" noGrp="1"/>
          </p:cNvSpPr>
          <p:nvPr/>
        </p:nvSpPr>
        <p:spPr>
          <a:xfrm xmlns:a="http://schemas.openxmlformats.org/drawingml/2006/main">
            <a:off x="-2" y="3125465"/>
            <a:ext cx="12188952" cy="672401"/>
          </a:xfrm>
          <a:custGeom xmlns:a="http://schemas.openxmlformats.org/drawingml/2006/main">
            <a:gdLst>
              <a:gd name="connsiteX0" fmla="*/ 0 w 12188952"/>
              <a:gd name="connsiteY0" fmla="*/ 527004 h 672401"/>
              <a:gd name="connsiteX1" fmla="*/ 5358124 w 12188952"/>
              <a:gd name="connsiteY1" fmla="*/ 8062 h 672401"/>
              <a:gd name="connsiteX2" fmla="*/ 12188952 w 12188952"/>
              <a:gd name="connsiteY2" fmla="*/ 523844 h 672401"/>
              <a:gd name="connsiteX3" fmla="*/ 12188952 w 12188952"/>
              <a:gd name="connsiteY3" fmla="*/ 672402 h 672401"/>
              <a:gd name="connsiteX4" fmla="*/ 6674023 w 12188952"/>
              <a:gd name="connsiteY4" fmla="*/ 150488 h 672401"/>
              <a:gd name="connsiteX5" fmla="*/ 0 w 12188952"/>
              <a:gd name="connsiteY5" fmla="*/ 672402 h 672401"/>
              <a:gd name="connsiteX6" fmla="*/ 0 w 12188952"/>
              <a:gd name="connsiteY6" fmla="*/ 527004 h 672401"/>
            </a:gdLst>
            <a:rect l="l" t="t" r="r" b="b"/>
            <a:pathLst>
              <a:path w="12188952" h="672401">
                <a:moveTo>
                  <a:pt x="0" y="527004"/>
                </a:moveTo>
                <a:cubicBezTo>
                  <a:pt x="1767144" y="203274"/>
                  <a:pt x="3563300" y="45549"/>
                  <a:pt x="5358124" y="8062"/>
                </a:cubicBezTo>
                <a:cubicBezTo>
                  <a:pt x="7644124" y="-39540"/>
                  <a:pt x="9936598" y="122547"/>
                  <a:pt x="12188952" y="523844"/>
                </a:cubicBezTo>
                <a:lnTo>
                  <a:pt x="12188952" y="672402"/>
                </a:lnTo>
                <a:cubicBezTo>
                  <a:pt x="10369561" y="341022"/>
                  <a:pt x="8520522" y="179252"/>
                  <a:pt x="6674023" y="150488"/>
                </a:cubicBezTo>
                <a:cubicBezTo>
                  <a:pt x="4439953" y="113823"/>
                  <a:pt x="2200804" y="276605"/>
                  <a:pt x="0" y="672402"/>
                </a:cubicBezTo>
                <a:cubicBezTo>
                  <a:pt x="0" y="623915"/>
                  <a:pt x="0" y="575491"/>
                  <a:pt x="0" y="527004"/>
                </a:cubicBezTo>
                <a:close/>
              </a:path>
            </a:pathLst>
          </a:custGeom>
          <a:blipFill xmlns:a="http://schemas.openxmlformats.org/drawingml/2006/main">
            <a:blip xmlns:r="http://schemas.openxmlformats.org/officeDocument/2006/relationships" r:embed="R7c50e921ef3d4c28"/>
            <a:stretch>
              <a:fillRect l="0" t="0" r="0" b="0"/>
            </a:stretch>
          </a:blipFill>
          <a:ln xmlns:a="http://schemas.openxmlformats.org/drawingml/2006/main" w="6345">
            <a:noFill/>
            <a:prstDash val="solid"/>
          </a:ln>
        </p:spPr>
        <p:txBody>
          <a:bodyPr xmlns:a="http://schemas.openxmlformats.org/drawingml/2006/main" anchor="ctr"/>
          <a:lstStyle xmlns:a="http://schemas.openxmlformats.org/drawingml/2006/main"/>
          <a:p xmlns:a="http://schemas.openxmlformats.org/drawingml/2006/main">
            <a:endParaRPr/>
          </a:p>
        </p:txBody>
      </p:sp>
    </p:spTree>
    <p:extLst>
      <p:ext uri="{BB962C8B-B14F-4D97-AF65-F5344CB8AC3E}">
        <p14:creationId xmlns:p14="http://schemas.microsoft.com/office/powerpoint/2010/main" val="3558220840"/>
      </p:ext>
    </p:extLst>
  </p:cSld>
</p:sld>
</file>

<file path=ppt/theme/theme1.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2026-09-02T20:45:51.5390000Z</dcterms:created>
  <dcterms:modified xsi:type="dcterms:W3CDTF">2026-09-02T20:45:51.5390000Z</dcterms:modified>
</coreProperties>
</file>